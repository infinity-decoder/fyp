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68" r:id="rId3"/>
    <p:sldId id="257" r:id="rId4"/>
    <p:sldId id="258" r:id="rId5"/>
    <p:sldId id="263" r:id="rId6"/>
    <p:sldId id="259" r:id="rId7"/>
    <p:sldId id="282" r:id="rId8"/>
    <p:sldId id="271" r:id="rId9"/>
    <p:sldId id="283" r:id="rId10"/>
    <p:sldId id="272" r:id="rId11"/>
    <p:sldId id="270" r:id="rId12"/>
    <p:sldId id="264" r:id="rId13"/>
    <p:sldId id="273" r:id="rId14"/>
    <p:sldId id="284" r:id="rId15"/>
    <p:sldId id="285" r:id="rId16"/>
    <p:sldId id="274" r:id="rId17"/>
    <p:sldId id="275" r:id="rId18"/>
    <p:sldId id="276" r:id="rId19"/>
    <p:sldId id="286" r:id="rId20"/>
    <p:sldId id="287" r:id="rId21"/>
    <p:sldId id="277" r:id="rId22"/>
    <p:sldId id="278" r:id="rId23"/>
    <p:sldId id="266" r:id="rId24"/>
    <p:sldId id="280" r:id="rId25"/>
    <p:sldId id="281" r:id="rId26"/>
    <p:sldId id="288" r:id="rId27"/>
    <p:sldId id="26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38F691-2D04-4C2A-8341-7DAF1181B3D4}" v="763" dt="2025-05-07T13:02:38.7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finity Decoder" userId="59771055ef2d1cf4" providerId="LiveId" clId="{9A38F691-2D04-4C2A-8341-7DAF1181B3D4}"/>
    <pc:docChg chg="undo redo custSel addSld delSld modSld modMainMaster">
      <pc:chgData name="Infinity Decoder" userId="59771055ef2d1cf4" providerId="LiveId" clId="{9A38F691-2D04-4C2A-8341-7DAF1181B3D4}" dt="2025-05-07T13:02:38.718" v="1155" actId="732"/>
      <pc:docMkLst>
        <pc:docMk/>
      </pc:docMkLst>
      <pc:sldChg chg="new del">
        <pc:chgData name="Infinity Decoder" userId="59771055ef2d1cf4" providerId="LiveId" clId="{9A38F691-2D04-4C2A-8341-7DAF1181B3D4}" dt="2025-05-07T09:32:26.626" v="1" actId="2696"/>
        <pc:sldMkLst>
          <pc:docMk/>
          <pc:sldMk cId="3098899971" sldId="256"/>
        </pc:sldMkLst>
      </pc:sldChg>
      <pc:sldChg chg="addSp modSp new mod setBg">
        <pc:chgData name="Infinity Decoder" userId="59771055ef2d1cf4" providerId="LiveId" clId="{9A38F691-2D04-4C2A-8341-7DAF1181B3D4}" dt="2025-05-07T12:15:19.296" v="1050" actId="1076"/>
        <pc:sldMkLst>
          <pc:docMk/>
          <pc:sldMk cId="3848923427" sldId="256"/>
        </pc:sldMkLst>
        <pc:spChg chg="add mod">
          <ac:chgData name="Infinity Decoder" userId="59771055ef2d1cf4" providerId="LiveId" clId="{9A38F691-2D04-4C2A-8341-7DAF1181B3D4}" dt="2025-05-07T10:42:55.451" v="236" actId="14100"/>
          <ac:spMkLst>
            <pc:docMk/>
            <pc:sldMk cId="3848923427" sldId="256"/>
            <ac:spMk id="4" creationId="{2114EA68-75A8-A32B-60EC-17AC350A2A3E}"/>
          </ac:spMkLst>
        </pc:spChg>
        <pc:picChg chg="add mod modCrop">
          <ac:chgData name="Infinity Decoder" userId="59771055ef2d1cf4" providerId="LiveId" clId="{9A38F691-2D04-4C2A-8341-7DAF1181B3D4}" dt="2025-05-07T12:15:19.296" v="1050" actId="1076"/>
          <ac:picMkLst>
            <pc:docMk/>
            <pc:sldMk cId="3848923427" sldId="256"/>
            <ac:picMk id="3" creationId="{B8F60D4F-4B2C-A6E4-82EE-F144EB9810C3}"/>
          </ac:picMkLst>
        </pc:picChg>
      </pc:sldChg>
      <pc:sldChg chg="addSp modSp new mod">
        <pc:chgData name="Infinity Decoder" userId="59771055ef2d1cf4" providerId="LiveId" clId="{9A38F691-2D04-4C2A-8341-7DAF1181B3D4}" dt="2025-05-07T12:22:42.443" v="1074" actId="1076"/>
        <pc:sldMkLst>
          <pc:docMk/>
          <pc:sldMk cId="2472081242" sldId="257"/>
        </pc:sldMkLst>
        <pc:spChg chg="add mod">
          <ac:chgData name="Infinity Decoder" userId="59771055ef2d1cf4" providerId="LiveId" clId="{9A38F691-2D04-4C2A-8341-7DAF1181B3D4}" dt="2025-05-07T10:59:09.263" v="393" actId="113"/>
          <ac:spMkLst>
            <pc:docMk/>
            <pc:sldMk cId="2472081242" sldId="257"/>
            <ac:spMk id="3" creationId="{84B3E4E2-D2A3-C719-9BE2-D94C52030DCE}"/>
          </ac:spMkLst>
        </pc:spChg>
        <pc:spChg chg="add mod">
          <ac:chgData name="Infinity Decoder" userId="59771055ef2d1cf4" providerId="LiveId" clId="{9A38F691-2D04-4C2A-8341-7DAF1181B3D4}" dt="2025-05-07T12:17:39.751" v="1056" actId="1076"/>
          <ac:spMkLst>
            <pc:docMk/>
            <pc:sldMk cId="2472081242" sldId="257"/>
            <ac:spMk id="5" creationId="{2912BD0F-F5C1-167A-F337-40C35AC3F6F3}"/>
          </ac:spMkLst>
        </pc:spChg>
        <pc:spChg chg="add mod">
          <ac:chgData name="Infinity Decoder" userId="59771055ef2d1cf4" providerId="LiveId" clId="{9A38F691-2D04-4C2A-8341-7DAF1181B3D4}" dt="2025-05-07T12:17:56.039" v="1059" actId="34135"/>
          <ac:spMkLst>
            <pc:docMk/>
            <pc:sldMk cId="2472081242" sldId="257"/>
            <ac:spMk id="6" creationId="{A3D63AA6-40D9-CEEB-14F6-D54A876E5F42}"/>
          </ac:spMkLst>
        </pc:spChg>
        <pc:picChg chg="add mod">
          <ac:chgData name="Infinity Decoder" userId="59771055ef2d1cf4" providerId="LiveId" clId="{9A38F691-2D04-4C2A-8341-7DAF1181B3D4}" dt="2025-05-07T12:16:02.581" v="1051" actId="931"/>
          <ac:picMkLst>
            <pc:docMk/>
            <pc:sldMk cId="2472081242" sldId="257"/>
            <ac:picMk id="8" creationId="{22D4BE54-9DD6-32D5-2759-AD22285C4D43}"/>
          </ac:picMkLst>
        </pc:picChg>
        <pc:picChg chg="add mod">
          <ac:chgData name="Infinity Decoder" userId="59771055ef2d1cf4" providerId="LiveId" clId="{9A38F691-2D04-4C2A-8341-7DAF1181B3D4}" dt="2025-05-07T12:17:17.205" v="1054" actId="1076"/>
          <ac:picMkLst>
            <pc:docMk/>
            <pc:sldMk cId="2472081242" sldId="257"/>
            <ac:picMk id="10" creationId="{32A043E4-D20C-3BC1-D443-EE4F871340D0}"/>
          </ac:picMkLst>
        </pc:picChg>
        <pc:picChg chg="add mod">
          <ac:chgData name="Infinity Decoder" userId="59771055ef2d1cf4" providerId="LiveId" clId="{9A38F691-2D04-4C2A-8341-7DAF1181B3D4}" dt="2025-05-07T12:19:11.255" v="1064" actId="2084"/>
          <ac:picMkLst>
            <pc:docMk/>
            <pc:sldMk cId="2472081242" sldId="257"/>
            <ac:picMk id="12" creationId="{1D43968B-B4DA-2D91-803A-2DB529C067FF}"/>
          </ac:picMkLst>
        </pc:picChg>
        <pc:picChg chg="add mod">
          <ac:chgData name="Infinity Decoder" userId="59771055ef2d1cf4" providerId="LiveId" clId="{9A38F691-2D04-4C2A-8341-7DAF1181B3D4}" dt="2025-05-07T12:22:42.443" v="1074" actId="1076"/>
          <ac:picMkLst>
            <pc:docMk/>
            <pc:sldMk cId="2472081242" sldId="257"/>
            <ac:picMk id="13" creationId="{3C00D833-B326-68D9-CBA7-447550C78DA7}"/>
          </ac:picMkLst>
        </pc:picChg>
      </pc:sldChg>
      <pc:sldChg chg="addSp delSp modSp new mod">
        <pc:chgData name="Infinity Decoder" userId="59771055ef2d1cf4" providerId="LiveId" clId="{9A38F691-2D04-4C2A-8341-7DAF1181B3D4}" dt="2025-05-07T12:22:24.841" v="1070" actId="21"/>
        <pc:sldMkLst>
          <pc:docMk/>
          <pc:sldMk cId="2780160047" sldId="258"/>
        </pc:sldMkLst>
        <pc:spChg chg="mod">
          <ac:chgData name="Infinity Decoder" userId="59771055ef2d1cf4" providerId="LiveId" clId="{9A38F691-2D04-4C2A-8341-7DAF1181B3D4}" dt="2025-05-07T11:00:12.712" v="408" actId="207"/>
          <ac:spMkLst>
            <pc:docMk/>
            <pc:sldMk cId="2780160047" sldId="258"/>
            <ac:spMk id="2" creationId="{ABA00064-05CD-09C1-EE86-60240E641B0E}"/>
          </ac:spMkLst>
        </pc:spChg>
        <pc:spChg chg="add mod">
          <ac:chgData name="Infinity Decoder" userId="59771055ef2d1cf4" providerId="LiveId" clId="{9A38F691-2D04-4C2A-8341-7DAF1181B3D4}" dt="2025-05-07T11:39:46.973" v="508" actId="20577"/>
          <ac:spMkLst>
            <pc:docMk/>
            <pc:sldMk cId="2780160047" sldId="258"/>
            <ac:spMk id="4" creationId="{3508B0E6-2D29-15AA-F024-0FF27C272B2B}"/>
          </ac:spMkLst>
        </pc:spChg>
        <pc:picChg chg="add del mod">
          <ac:chgData name="Infinity Decoder" userId="59771055ef2d1cf4" providerId="LiveId" clId="{9A38F691-2D04-4C2A-8341-7DAF1181B3D4}" dt="2025-05-07T12:22:24.841" v="1070" actId="21"/>
          <ac:picMkLst>
            <pc:docMk/>
            <pc:sldMk cId="2780160047" sldId="258"/>
            <ac:picMk id="6" creationId="{3C00D833-B326-68D9-CBA7-447550C78DA7}"/>
          </ac:picMkLst>
        </pc:picChg>
      </pc:sldChg>
      <pc:sldChg chg="addSp delSp modSp new mod">
        <pc:chgData name="Infinity Decoder" userId="59771055ef2d1cf4" providerId="LiveId" clId="{9A38F691-2D04-4C2A-8341-7DAF1181B3D4}" dt="2025-05-07T12:29:34.056" v="1104" actId="1076"/>
        <pc:sldMkLst>
          <pc:docMk/>
          <pc:sldMk cId="2506888994" sldId="259"/>
        </pc:sldMkLst>
        <pc:spChg chg="add mod">
          <ac:chgData name="Infinity Decoder" userId="59771055ef2d1cf4" providerId="LiveId" clId="{9A38F691-2D04-4C2A-8341-7DAF1181B3D4}" dt="2025-05-07T12:29:28.554" v="1103" actId="1076"/>
          <ac:spMkLst>
            <pc:docMk/>
            <pc:sldMk cId="2506888994" sldId="259"/>
            <ac:spMk id="4" creationId="{9078712D-F654-27E7-7F24-6982B8654ED3}"/>
          </ac:spMkLst>
        </pc:spChg>
        <pc:spChg chg="add del mod">
          <ac:chgData name="Infinity Decoder" userId="59771055ef2d1cf4" providerId="LiveId" clId="{9A38F691-2D04-4C2A-8341-7DAF1181B3D4}" dt="2025-05-07T11:36:44.819" v="456" actId="478"/>
          <ac:spMkLst>
            <pc:docMk/>
            <pc:sldMk cId="2506888994" sldId="259"/>
            <ac:spMk id="5" creationId="{A5F1AC09-569D-AB06-78D9-CA7B02683672}"/>
          </ac:spMkLst>
        </pc:spChg>
        <pc:picChg chg="add mod modCrop">
          <ac:chgData name="Infinity Decoder" userId="59771055ef2d1cf4" providerId="LiveId" clId="{9A38F691-2D04-4C2A-8341-7DAF1181B3D4}" dt="2025-05-07T12:28:27.149" v="1097" actId="14100"/>
          <ac:picMkLst>
            <pc:docMk/>
            <pc:sldMk cId="2506888994" sldId="259"/>
            <ac:picMk id="3" creationId="{84C7D847-D569-A51D-048B-D0756C9B89B4}"/>
          </ac:picMkLst>
        </pc:picChg>
        <pc:picChg chg="add del">
          <ac:chgData name="Infinity Decoder" userId="59771055ef2d1cf4" providerId="LiveId" clId="{9A38F691-2D04-4C2A-8341-7DAF1181B3D4}" dt="2025-05-07T11:33:42.353" v="455" actId="478"/>
          <ac:picMkLst>
            <pc:docMk/>
            <pc:sldMk cId="2506888994" sldId="259"/>
            <ac:picMk id="7" creationId="{D9921362-6702-A9B6-E57B-BE6F22A9579C}"/>
          </ac:picMkLst>
        </pc:picChg>
        <pc:picChg chg="add del mod">
          <ac:chgData name="Infinity Decoder" userId="59771055ef2d1cf4" providerId="LiveId" clId="{9A38F691-2D04-4C2A-8341-7DAF1181B3D4}" dt="2025-05-07T12:11:01.325" v="1045" actId="478"/>
          <ac:picMkLst>
            <pc:docMk/>
            <pc:sldMk cId="2506888994" sldId="259"/>
            <ac:picMk id="8" creationId="{B2357F64-0BDA-62E2-D18D-1A39D74DB0C8}"/>
          </ac:picMkLst>
        </pc:picChg>
        <pc:picChg chg="add del mod">
          <ac:chgData name="Infinity Decoder" userId="59771055ef2d1cf4" providerId="LiveId" clId="{9A38F691-2D04-4C2A-8341-7DAF1181B3D4}" dt="2025-05-07T12:27:16.103" v="1090" actId="478"/>
          <ac:picMkLst>
            <pc:docMk/>
            <pc:sldMk cId="2506888994" sldId="259"/>
            <ac:picMk id="9" creationId="{6FF68582-3F84-41A8-71BC-8F2E634E9642}"/>
          </ac:picMkLst>
        </pc:picChg>
        <pc:picChg chg="add mod">
          <ac:chgData name="Infinity Decoder" userId="59771055ef2d1cf4" providerId="LiveId" clId="{9A38F691-2D04-4C2A-8341-7DAF1181B3D4}" dt="2025-05-07T12:29:34.056" v="1104" actId="1076"/>
          <ac:picMkLst>
            <pc:docMk/>
            <pc:sldMk cId="2506888994" sldId="259"/>
            <ac:picMk id="10" creationId="{F9BDD993-B8CF-1E48-D96E-5AA874D98F55}"/>
          </ac:picMkLst>
        </pc:picChg>
      </pc:sldChg>
      <pc:sldChg chg="addSp delSp modSp add del mod setBg">
        <pc:chgData name="Infinity Decoder" userId="59771055ef2d1cf4" providerId="LiveId" clId="{9A38F691-2D04-4C2A-8341-7DAF1181B3D4}" dt="2025-05-07T12:53:52.808" v="1147" actId="2696"/>
        <pc:sldMkLst>
          <pc:docMk/>
          <pc:sldMk cId="0" sldId="260"/>
        </pc:sldMkLst>
        <pc:spChg chg="del mod">
          <ac:chgData name="Infinity Decoder" userId="59771055ef2d1cf4" providerId="LiveId" clId="{9A38F691-2D04-4C2A-8341-7DAF1181B3D4}" dt="2025-05-07T12:01:27.860" v="1037" actId="478"/>
          <ac:spMkLst>
            <pc:docMk/>
            <pc:sldMk cId="0" sldId="260"/>
            <ac:spMk id="2" creationId="{00000000-0000-0000-0000-000000000000}"/>
          </ac:spMkLst>
        </pc:spChg>
        <pc:spChg chg="del mod">
          <ac:chgData name="Infinity Decoder" userId="59771055ef2d1cf4" providerId="LiveId" clId="{9A38F691-2D04-4C2A-8341-7DAF1181B3D4}" dt="2025-05-07T12:01:27.860" v="1037" actId="478"/>
          <ac:spMkLst>
            <pc:docMk/>
            <pc:sldMk cId="0" sldId="260"/>
            <ac:spMk id="4" creationId="{00000000-0000-0000-0000-000000000000}"/>
          </ac:spMkLst>
        </pc:spChg>
        <pc:spChg chg="del mod">
          <ac:chgData name="Infinity Decoder" userId="59771055ef2d1cf4" providerId="LiveId" clId="{9A38F691-2D04-4C2A-8341-7DAF1181B3D4}" dt="2025-05-07T12:01:27.860" v="1037" actId="478"/>
          <ac:spMkLst>
            <pc:docMk/>
            <pc:sldMk cId="0" sldId="260"/>
            <ac:spMk id="5" creationId="{00000000-0000-0000-0000-000000000000}"/>
          </ac:spMkLst>
        </pc:spChg>
        <pc:spChg chg="del mod">
          <ac:chgData name="Infinity Decoder" userId="59771055ef2d1cf4" providerId="LiveId" clId="{9A38F691-2D04-4C2A-8341-7DAF1181B3D4}" dt="2025-05-07T12:01:27.860" v="1037" actId="478"/>
          <ac:spMkLst>
            <pc:docMk/>
            <pc:sldMk cId="0" sldId="260"/>
            <ac:spMk id="8" creationId="{00000000-0000-0000-0000-000000000000}"/>
          </ac:spMkLst>
        </pc:spChg>
        <pc:spChg chg="del mod">
          <ac:chgData name="Infinity Decoder" userId="59771055ef2d1cf4" providerId="LiveId" clId="{9A38F691-2D04-4C2A-8341-7DAF1181B3D4}" dt="2025-05-07T12:01:27.860" v="1037" actId="478"/>
          <ac:spMkLst>
            <pc:docMk/>
            <pc:sldMk cId="0" sldId="260"/>
            <ac:spMk id="14" creationId="{00000000-0000-0000-0000-000000000000}"/>
          </ac:spMkLst>
        </pc:spChg>
        <pc:spChg chg="del mod">
          <ac:chgData name="Infinity Decoder" userId="59771055ef2d1cf4" providerId="LiveId" clId="{9A38F691-2D04-4C2A-8341-7DAF1181B3D4}" dt="2025-05-07T12:01:27.860" v="1037" actId="478"/>
          <ac:spMkLst>
            <pc:docMk/>
            <pc:sldMk cId="0" sldId="260"/>
            <ac:spMk id="16" creationId="{00000000-0000-0000-0000-000000000000}"/>
          </ac:spMkLst>
        </pc:spChg>
        <pc:spChg chg="del mod">
          <ac:chgData name="Infinity Decoder" userId="59771055ef2d1cf4" providerId="LiveId" clId="{9A38F691-2D04-4C2A-8341-7DAF1181B3D4}" dt="2025-05-07T12:01:27.860" v="1037" actId="478"/>
          <ac:spMkLst>
            <pc:docMk/>
            <pc:sldMk cId="0" sldId="260"/>
            <ac:spMk id="17" creationId="{00000000-0000-0000-0000-000000000000}"/>
          </ac:spMkLst>
        </pc:spChg>
        <pc:spChg chg="del mod">
          <ac:chgData name="Infinity Decoder" userId="59771055ef2d1cf4" providerId="LiveId" clId="{9A38F691-2D04-4C2A-8341-7DAF1181B3D4}" dt="2025-05-07T12:01:27.860" v="1037" actId="478"/>
          <ac:spMkLst>
            <pc:docMk/>
            <pc:sldMk cId="0" sldId="260"/>
            <ac:spMk id="19" creationId="{00000000-0000-0000-0000-000000000000}"/>
          </ac:spMkLst>
        </pc:spChg>
        <pc:spChg chg="del mod">
          <ac:chgData name="Infinity Decoder" userId="59771055ef2d1cf4" providerId="LiveId" clId="{9A38F691-2D04-4C2A-8341-7DAF1181B3D4}" dt="2025-05-07T12:01:27.860" v="1037" actId="478"/>
          <ac:spMkLst>
            <pc:docMk/>
            <pc:sldMk cId="0" sldId="260"/>
            <ac:spMk id="27" creationId="{00000000-0000-0000-0000-000000000000}"/>
          </ac:spMkLst>
        </pc:spChg>
        <pc:spChg chg="del mod">
          <ac:chgData name="Infinity Decoder" userId="59771055ef2d1cf4" providerId="LiveId" clId="{9A38F691-2D04-4C2A-8341-7DAF1181B3D4}" dt="2025-05-07T12:01:27.860" v="1037" actId="478"/>
          <ac:spMkLst>
            <pc:docMk/>
            <pc:sldMk cId="0" sldId="260"/>
            <ac:spMk id="30" creationId="{00000000-0000-0000-0000-000000000000}"/>
          </ac:spMkLst>
        </pc:spChg>
        <pc:spChg chg="add del mod ord">
          <ac:chgData name="Infinity Decoder" userId="59771055ef2d1cf4" providerId="LiveId" clId="{9A38F691-2D04-4C2A-8341-7DAF1181B3D4}" dt="2025-05-07T11:54:58.998" v="521" actId="478"/>
          <ac:spMkLst>
            <pc:docMk/>
            <pc:sldMk cId="0" sldId="260"/>
            <ac:spMk id="41" creationId="{C20E0737-51B6-0956-C579-BE1F11E175D3}"/>
          </ac:spMkLst>
        </pc:spChg>
        <pc:picChg chg="add mod">
          <ac:chgData name="Infinity Decoder" userId="59771055ef2d1cf4" providerId="LiveId" clId="{9A38F691-2D04-4C2A-8341-7DAF1181B3D4}" dt="2025-05-07T12:09:40.609" v="1041" actId="732"/>
          <ac:picMkLst>
            <pc:docMk/>
            <pc:sldMk cId="0" sldId="260"/>
            <ac:picMk id="1026" creationId="{3B1AB647-C8AC-45FD-8FF2-11332C564101}"/>
          </ac:picMkLst>
        </pc:picChg>
      </pc:sldChg>
      <pc:sldChg chg="addSp delSp modSp new mod">
        <pc:chgData name="Infinity Decoder" userId="59771055ef2d1cf4" providerId="LiveId" clId="{9A38F691-2D04-4C2A-8341-7DAF1181B3D4}" dt="2025-05-07T13:01:05.311" v="1151" actId="732"/>
        <pc:sldMkLst>
          <pc:docMk/>
          <pc:sldMk cId="1130960030" sldId="261"/>
        </pc:sldMkLst>
        <pc:spChg chg="del">
          <ac:chgData name="Infinity Decoder" userId="59771055ef2d1cf4" providerId="LiveId" clId="{9A38F691-2D04-4C2A-8341-7DAF1181B3D4}" dt="2025-05-07T12:24:49.902" v="1081" actId="478"/>
          <ac:spMkLst>
            <pc:docMk/>
            <pc:sldMk cId="1130960030" sldId="261"/>
            <ac:spMk id="2" creationId="{C00826C0-535C-B168-222E-C73DDE8A52E3}"/>
          </ac:spMkLst>
        </pc:spChg>
        <pc:picChg chg="add del">
          <ac:chgData name="Infinity Decoder" userId="59771055ef2d1cf4" providerId="LiveId" clId="{9A38F691-2D04-4C2A-8341-7DAF1181B3D4}" dt="2025-05-07T12:23:47.272" v="1077" actId="478"/>
          <ac:picMkLst>
            <pc:docMk/>
            <pc:sldMk cId="1130960030" sldId="261"/>
            <ac:picMk id="2050" creationId="{C3320D9C-F654-A962-38A2-129D1A2A601D}"/>
          </ac:picMkLst>
        </pc:picChg>
        <pc:picChg chg="add del mod">
          <ac:chgData name="Infinity Decoder" userId="59771055ef2d1cf4" providerId="LiveId" clId="{9A38F691-2D04-4C2A-8341-7DAF1181B3D4}" dt="2025-05-07T13:00:39.788" v="1148" actId="478"/>
          <ac:picMkLst>
            <pc:docMk/>
            <pc:sldMk cId="1130960030" sldId="261"/>
            <ac:picMk id="2052" creationId="{6E39FF8B-D866-CB18-7DBD-F960C4A3111A}"/>
          </ac:picMkLst>
        </pc:picChg>
        <pc:picChg chg="add mod">
          <ac:chgData name="Infinity Decoder" userId="59771055ef2d1cf4" providerId="LiveId" clId="{9A38F691-2D04-4C2A-8341-7DAF1181B3D4}" dt="2025-05-07T13:01:05.311" v="1151" actId="732"/>
          <ac:picMkLst>
            <pc:docMk/>
            <pc:sldMk cId="1130960030" sldId="261"/>
            <ac:picMk id="2054" creationId="{BFDC4ACA-5284-D573-6AB3-0D1E4FFC5E7E}"/>
          </ac:picMkLst>
        </pc:picChg>
      </pc:sldChg>
      <pc:sldChg chg="addSp delSp modSp new del">
        <pc:chgData name="Infinity Decoder" userId="59771055ef2d1cf4" providerId="LiveId" clId="{9A38F691-2D04-4C2A-8341-7DAF1181B3D4}" dt="2025-05-07T12:46:06.430" v="1111" actId="2696"/>
        <pc:sldMkLst>
          <pc:docMk/>
          <pc:sldMk cId="1615950927" sldId="262"/>
        </pc:sldMkLst>
        <pc:picChg chg="add del">
          <ac:chgData name="Infinity Decoder" userId="59771055ef2d1cf4" providerId="LiveId" clId="{9A38F691-2D04-4C2A-8341-7DAF1181B3D4}" dt="2025-05-07T12:25:37.705" v="1084" actId="478"/>
          <ac:picMkLst>
            <pc:docMk/>
            <pc:sldMk cId="1615950927" sldId="262"/>
            <ac:picMk id="4098" creationId="{FF9F0CD1-A9E1-0DB4-F28F-AAAD30B8D38B}"/>
          </ac:picMkLst>
        </pc:picChg>
        <pc:picChg chg="add mod">
          <ac:chgData name="Infinity Decoder" userId="59771055ef2d1cf4" providerId="LiveId" clId="{9A38F691-2D04-4C2A-8341-7DAF1181B3D4}" dt="2025-05-07T12:26:44.073" v="1087" actId="732"/>
          <ac:picMkLst>
            <pc:docMk/>
            <pc:sldMk cId="1615950927" sldId="262"/>
            <ac:picMk id="4100" creationId="{97397744-8508-9102-E4BF-7C8A8727AEB7}"/>
          </ac:picMkLst>
        </pc:picChg>
      </pc:sldChg>
      <pc:sldChg chg="addSp delSp modSp new mod">
        <pc:chgData name="Infinity Decoder" userId="59771055ef2d1cf4" providerId="LiveId" clId="{9A38F691-2D04-4C2A-8341-7DAF1181B3D4}" dt="2025-05-07T12:44:46.318" v="1110" actId="1076"/>
        <pc:sldMkLst>
          <pc:docMk/>
          <pc:sldMk cId="3443036621" sldId="263"/>
        </pc:sldMkLst>
        <pc:spChg chg="del">
          <ac:chgData name="Infinity Decoder" userId="59771055ef2d1cf4" providerId="LiveId" clId="{9A38F691-2D04-4C2A-8341-7DAF1181B3D4}" dt="2025-05-07T12:44:14.847" v="1106" actId="478"/>
          <ac:spMkLst>
            <pc:docMk/>
            <pc:sldMk cId="3443036621" sldId="263"/>
            <ac:spMk id="2" creationId="{8065FCCB-5868-9E75-74C7-86E5323515E9}"/>
          </ac:spMkLst>
        </pc:spChg>
        <pc:picChg chg="add mod">
          <ac:chgData name="Infinity Decoder" userId="59771055ef2d1cf4" providerId="LiveId" clId="{9A38F691-2D04-4C2A-8341-7DAF1181B3D4}" dt="2025-05-07T12:44:46.318" v="1110" actId="1076"/>
          <ac:picMkLst>
            <pc:docMk/>
            <pc:sldMk cId="3443036621" sldId="263"/>
            <ac:picMk id="5122" creationId="{D899CE30-A02D-5D18-CA69-E8D361BB2345}"/>
          </ac:picMkLst>
        </pc:picChg>
      </pc:sldChg>
      <pc:sldChg chg="addSp delSp modSp new mod">
        <pc:chgData name="Infinity Decoder" userId="59771055ef2d1cf4" providerId="LiveId" clId="{9A38F691-2D04-4C2A-8341-7DAF1181B3D4}" dt="2025-05-07T12:53:22.138" v="1146" actId="20577"/>
        <pc:sldMkLst>
          <pc:docMk/>
          <pc:sldMk cId="1969973372" sldId="264"/>
        </pc:sldMkLst>
        <pc:spChg chg="add mod">
          <ac:chgData name="Infinity Decoder" userId="59771055ef2d1cf4" providerId="LiveId" clId="{9A38F691-2D04-4C2A-8341-7DAF1181B3D4}" dt="2025-05-07T12:53:22.138" v="1146" actId="20577"/>
          <ac:spMkLst>
            <pc:docMk/>
            <pc:sldMk cId="1969973372" sldId="264"/>
            <ac:spMk id="5" creationId="{46C3F9A4-61DA-9094-77BB-D719F6B34C5F}"/>
          </ac:spMkLst>
        </pc:spChg>
        <pc:picChg chg="add del mod">
          <ac:chgData name="Infinity Decoder" userId="59771055ef2d1cf4" providerId="LiveId" clId="{9A38F691-2D04-4C2A-8341-7DAF1181B3D4}" dt="2025-05-07T12:49:08.460" v="1121" actId="478"/>
          <ac:picMkLst>
            <pc:docMk/>
            <pc:sldMk cId="1969973372" sldId="264"/>
            <ac:picMk id="2" creationId="{BF627C35-1959-7449-D2AE-675D1203DFB0}"/>
          </ac:picMkLst>
        </pc:picChg>
        <pc:picChg chg="add mod">
          <ac:chgData name="Infinity Decoder" userId="59771055ef2d1cf4" providerId="LiveId" clId="{9A38F691-2D04-4C2A-8341-7DAF1181B3D4}" dt="2025-05-07T12:52:41.435" v="1125"/>
          <ac:picMkLst>
            <pc:docMk/>
            <pc:sldMk cId="1969973372" sldId="264"/>
            <ac:picMk id="4" creationId="{CA766D55-5BD8-0CA1-BA9E-9C30435E2931}"/>
          </ac:picMkLst>
        </pc:picChg>
      </pc:sldChg>
      <pc:sldChg chg="addSp modSp new">
        <pc:chgData name="Infinity Decoder" userId="59771055ef2d1cf4" providerId="LiveId" clId="{9A38F691-2D04-4C2A-8341-7DAF1181B3D4}" dt="2025-05-07T13:02:38.718" v="1155" actId="732"/>
        <pc:sldMkLst>
          <pc:docMk/>
          <pc:sldMk cId="2412044089" sldId="265"/>
        </pc:sldMkLst>
        <pc:picChg chg="add mod">
          <ac:chgData name="Infinity Decoder" userId="59771055ef2d1cf4" providerId="LiveId" clId="{9A38F691-2D04-4C2A-8341-7DAF1181B3D4}" dt="2025-05-07T13:02:38.718" v="1155" actId="732"/>
          <ac:picMkLst>
            <pc:docMk/>
            <pc:sldMk cId="2412044089" sldId="265"/>
            <ac:picMk id="7170" creationId="{4AA04B0C-85F5-DBE9-72F8-3D66E0EB8C57}"/>
          </ac:picMkLst>
        </pc:picChg>
      </pc:sldChg>
      <pc:sldMasterChg chg="setBg modSldLayout">
        <pc:chgData name="Infinity Decoder" userId="59771055ef2d1cf4" providerId="LiveId" clId="{9A38F691-2D04-4C2A-8341-7DAF1181B3D4}" dt="2025-05-07T12:15:03.887" v="1048"/>
        <pc:sldMasterMkLst>
          <pc:docMk/>
          <pc:sldMasterMk cId="2007927390" sldId="2147483648"/>
        </pc:sldMasterMkLst>
        <pc:sldLayoutChg chg="setBg">
          <pc:chgData name="Infinity Decoder" userId="59771055ef2d1cf4" providerId="LiveId" clId="{9A38F691-2D04-4C2A-8341-7DAF1181B3D4}" dt="2025-05-07T12:15:03.887" v="1048"/>
          <pc:sldLayoutMkLst>
            <pc:docMk/>
            <pc:sldMasterMk cId="2007927390" sldId="2147483648"/>
            <pc:sldLayoutMk cId="3654383712" sldId="2147483649"/>
          </pc:sldLayoutMkLst>
        </pc:sldLayoutChg>
        <pc:sldLayoutChg chg="setBg">
          <pc:chgData name="Infinity Decoder" userId="59771055ef2d1cf4" providerId="LiveId" clId="{9A38F691-2D04-4C2A-8341-7DAF1181B3D4}" dt="2025-05-07T12:15:03.887" v="1048"/>
          <pc:sldLayoutMkLst>
            <pc:docMk/>
            <pc:sldMasterMk cId="2007927390" sldId="2147483648"/>
            <pc:sldLayoutMk cId="3222990806" sldId="2147483650"/>
          </pc:sldLayoutMkLst>
        </pc:sldLayoutChg>
        <pc:sldLayoutChg chg="setBg">
          <pc:chgData name="Infinity Decoder" userId="59771055ef2d1cf4" providerId="LiveId" clId="{9A38F691-2D04-4C2A-8341-7DAF1181B3D4}" dt="2025-05-07T12:15:03.887" v="1048"/>
          <pc:sldLayoutMkLst>
            <pc:docMk/>
            <pc:sldMasterMk cId="2007927390" sldId="2147483648"/>
            <pc:sldLayoutMk cId="646089168" sldId="2147483651"/>
          </pc:sldLayoutMkLst>
        </pc:sldLayoutChg>
        <pc:sldLayoutChg chg="setBg">
          <pc:chgData name="Infinity Decoder" userId="59771055ef2d1cf4" providerId="LiveId" clId="{9A38F691-2D04-4C2A-8341-7DAF1181B3D4}" dt="2025-05-07T12:15:03.887" v="1048"/>
          <pc:sldLayoutMkLst>
            <pc:docMk/>
            <pc:sldMasterMk cId="2007927390" sldId="2147483648"/>
            <pc:sldLayoutMk cId="3472579388" sldId="2147483652"/>
          </pc:sldLayoutMkLst>
        </pc:sldLayoutChg>
        <pc:sldLayoutChg chg="setBg">
          <pc:chgData name="Infinity Decoder" userId="59771055ef2d1cf4" providerId="LiveId" clId="{9A38F691-2D04-4C2A-8341-7DAF1181B3D4}" dt="2025-05-07T12:15:03.887" v="1048"/>
          <pc:sldLayoutMkLst>
            <pc:docMk/>
            <pc:sldMasterMk cId="2007927390" sldId="2147483648"/>
            <pc:sldLayoutMk cId="3760818302" sldId="2147483653"/>
          </pc:sldLayoutMkLst>
        </pc:sldLayoutChg>
        <pc:sldLayoutChg chg="setBg">
          <pc:chgData name="Infinity Decoder" userId="59771055ef2d1cf4" providerId="LiveId" clId="{9A38F691-2D04-4C2A-8341-7DAF1181B3D4}" dt="2025-05-07T12:15:03.887" v="1048"/>
          <pc:sldLayoutMkLst>
            <pc:docMk/>
            <pc:sldMasterMk cId="2007927390" sldId="2147483648"/>
            <pc:sldLayoutMk cId="2898796681" sldId="2147483654"/>
          </pc:sldLayoutMkLst>
        </pc:sldLayoutChg>
        <pc:sldLayoutChg chg="setBg">
          <pc:chgData name="Infinity Decoder" userId="59771055ef2d1cf4" providerId="LiveId" clId="{9A38F691-2D04-4C2A-8341-7DAF1181B3D4}" dt="2025-05-07T12:15:03.887" v="1048"/>
          <pc:sldLayoutMkLst>
            <pc:docMk/>
            <pc:sldMasterMk cId="2007927390" sldId="2147483648"/>
            <pc:sldLayoutMk cId="683598073" sldId="2147483655"/>
          </pc:sldLayoutMkLst>
        </pc:sldLayoutChg>
        <pc:sldLayoutChg chg="setBg">
          <pc:chgData name="Infinity Decoder" userId="59771055ef2d1cf4" providerId="LiveId" clId="{9A38F691-2D04-4C2A-8341-7DAF1181B3D4}" dt="2025-05-07T12:15:03.887" v="1048"/>
          <pc:sldLayoutMkLst>
            <pc:docMk/>
            <pc:sldMasterMk cId="2007927390" sldId="2147483648"/>
            <pc:sldLayoutMk cId="4056242018" sldId="2147483656"/>
          </pc:sldLayoutMkLst>
        </pc:sldLayoutChg>
        <pc:sldLayoutChg chg="setBg">
          <pc:chgData name="Infinity Decoder" userId="59771055ef2d1cf4" providerId="LiveId" clId="{9A38F691-2D04-4C2A-8341-7DAF1181B3D4}" dt="2025-05-07T12:15:03.887" v="1048"/>
          <pc:sldLayoutMkLst>
            <pc:docMk/>
            <pc:sldMasterMk cId="2007927390" sldId="2147483648"/>
            <pc:sldLayoutMk cId="237926904" sldId="2147483657"/>
          </pc:sldLayoutMkLst>
        </pc:sldLayoutChg>
        <pc:sldLayoutChg chg="setBg">
          <pc:chgData name="Infinity Decoder" userId="59771055ef2d1cf4" providerId="LiveId" clId="{9A38F691-2D04-4C2A-8341-7DAF1181B3D4}" dt="2025-05-07T12:15:03.887" v="1048"/>
          <pc:sldLayoutMkLst>
            <pc:docMk/>
            <pc:sldMasterMk cId="2007927390" sldId="2147483648"/>
            <pc:sldLayoutMk cId="217099511" sldId="2147483658"/>
          </pc:sldLayoutMkLst>
        </pc:sldLayoutChg>
        <pc:sldLayoutChg chg="setBg">
          <pc:chgData name="Infinity Decoder" userId="59771055ef2d1cf4" providerId="LiveId" clId="{9A38F691-2D04-4C2A-8341-7DAF1181B3D4}" dt="2025-05-07T12:15:03.887" v="1048"/>
          <pc:sldLayoutMkLst>
            <pc:docMk/>
            <pc:sldMasterMk cId="2007927390" sldId="2147483648"/>
            <pc:sldLayoutMk cId="2035862031"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6F9310-D90C-4E7E-A1F9-7EB33BCF1D75}" type="datetimeFigureOut">
              <a:rPr lang="en-US" smtClean="0"/>
              <a:t>7/1/2025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925877-671C-426E-9A55-872C1C5A7C61}" type="slidenum">
              <a:rPr lang="en-US" smtClean="0"/>
              <a:t>‹#›</a:t>
            </a:fld>
            <a:endParaRPr lang="en-US"/>
          </a:p>
        </p:txBody>
      </p:sp>
    </p:spTree>
    <p:extLst>
      <p:ext uri="{BB962C8B-B14F-4D97-AF65-F5344CB8AC3E}">
        <p14:creationId xmlns:p14="http://schemas.microsoft.com/office/powerpoint/2010/main" val="2543552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7202D-3374-5428-7B1D-170C0CCE4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5635F-98C6-D4A5-16C2-EF8FC9DF4E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96AFCD-81A1-8AA5-6D78-3EFE57EE71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EA86A9-E10D-97E6-017C-390A816F66F6}"/>
              </a:ext>
            </a:extLst>
          </p:cNvPr>
          <p:cNvSpPr>
            <a:spLocks noGrp="1"/>
          </p:cNvSpPr>
          <p:nvPr>
            <p:ph type="sldNum" sz="quarter" idx="5"/>
          </p:nvPr>
        </p:nvSpPr>
        <p:spPr/>
        <p:txBody>
          <a:bodyPr/>
          <a:lstStyle/>
          <a:p>
            <a:fld id="{14925877-671C-426E-9A55-872C1C5A7C61}" type="slidenum">
              <a:rPr lang="en-US" smtClean="0"/>
              <a:t>7</a:t>
            </a:fld>
            <a:endParaRPr lang="en-US"/>
          </a:p>
        </p:txBody>
      </p:sp>
    </p:spTree>
    <p:extLst>
      <p:ext uri="{BB962C8B-B14F-4D97-AF65-F5344CB8AC3E}">
        <p14:creationId xmlns:p14="http://schemas.microsoft.com/office/powerpoint/2010/main" val="21091787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4925877-671C-426E-9A55-872C1C5A7C61}" type="slidenum">
              <a:rPr lang="en-US" smtClean="0"/>
              <a:t>8</a:t>
            </a:fld>
            <a:endParaRPr lang="en-US"/>
          </a:p>
        </p:txBody>
      </p:sp>
    </p:spTree>
    <p:extLst>
      <p:ext uri="{BB962C8B-B14F-4D97-AF65-F5344CB8AC3E}">
        <p14:creationId xmlns:p14="http://schemas.microsoft.com/office/powerpoint/2010/main" val="5830598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B9DE1-86F1-77CA-B699-B34919653B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D6918F-3D97-3FC2-5CAA-7BA1A858F5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FA1C09-4E25-3BB9-E993-B3BACB2419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D59930-7A4C-10FB-AB52-D5B791F5089E}"/>
              </a:ext>
            </a:extLst>
          </p:cNvPr>
          <p:cNvSpPr>
            <a:spLocks noGrp="1"/>
          </p:cNvSpPr>
          <p:nvPr>
            <p:ph type="sldNum" sz="quarter" idx="5"/>
          </p:nvPr>
        </p:nvSpPr>
        <p:spPr/>
        <p:txBody>
          <a:bodyPr/>
          <a:lstStyle/>
          <a:p>
            <a:fld id="{14925877-671C-426E-9A55-872C1C5A7C61}" type="slidenum">
              <a:rPr lang="en-US" smtClean="0"/>
              <a:t>9</a:t>
            </a:fld>
            <a:endParaRPr lang="en-US"/>
          </a:p>
        </p:txBody>
      </p:sp>
    </p:spTree>
    <p:extLst>
      <p:ext uri="{BB962C8B-B14F-4D97-AF65-F5344CB8AC3E}">
        <p14:creationId xmlns:p14="http://schemas.microsoft.com/office/powerpoint/2010/main" val="1000487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503D0-B278-5A91-710C-E6F45EAFB6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40A621-ADD5-25C4-F210-B4493E075F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2B3446D-FDBA-4DC1-0DF8-D43EA784F098}"/>
              </a:ext>
            </a:extLst>
          </p:cNvPr>
          <p:cNvSpPr>
            <a:spLocks noGrp="1"/>
          </p:cNvSpPr>
          <p:nvPr>
            <p:ph type="dt" sz="half" idx="10"/>
          </p:nvPr>
        </p:nvSpPr>
        <p:spPr/>
        <p:txBody>
          <a:bodyPr/>
          <a:lstStyle/>
          <a:p>
            <a:fld id="{CA309E32-9F9F-4BF8-B022-F4038687D0DD}" type="datetimeFigureOut">
              <a:rPr lang="en-US" smtClean="0"/>
              <a:t>7/1/2025</a:t>
            </a:fld>
            <a:endParaRPr lang="en-US"/>
          </a:p>
        </p:txBody>
      </p:sp>
      <p:sp>
        <p:nvSpPr>
          <p:cNvPr id="5" name="Footer Placeholder 4">
            <a:extLst>
              <a:ext uri="{FF2B5EF4-FFF2-40B4-BE49-F238E27FC236}">
                <a16:creationId xmlns:a16="http://schemas.microsoft.com/office/drawing/2014/main" id="{8F0A749F-F49A-828F-5644-5DC092FFF3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6B2A6A-64DC-DCA0-D517-8AF244C4F5D2}"/>
              </a:ext>
            </a:extLst>
          </p:cNvPr>
          <p:cNvSpPr>
            <a:spLocks noGrp="1"/>
          </p:cNvSpPr>
          <p:nvPr>
            <p:ph type="sldNum" sz="quarter" idx="12"/>
          </p:nvPr>
        </p:nvSpPr>
        <p:spPr/>
        <p:txBody>
          <a:bodyPr/>
          <a:lstStyle/>
          <a:p>
            <a:fld id="{C91CBBD9-3687-4C57-8417-4DEBFF442A02}" type="slidenum">
              <a:rPr lang="en-US" smtClean="0"/>
              <a:t>‹#›</a:t>
            </a:fld>
            <a:endParaRPr lang="en-US"/>
          </a:p>
        </p:txBody>
      </p:sp>
    </p:spTree>
    <p:extLst>
      <p:ext uri="{BB962C8B-B14F-4D97-AF65-F5344CB8AC3E}">
        <p14:creationId xmlns:p14="http://schemas.microsoft.com/office/powerpoint/2010/main" val="3654383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22698-3493-3F01-25B6-75EAE96E49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010D22-7F0E-06AD-8616-CF984049A5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89779-07B5-5E46-3EB0-25E2BA720F5D}"/>
              </a:ext>
            </a:extLst>
          </p:cNvPr>
          <p:cNvSpPr>
            <a:spLocks noGrp="1"/>
          </p:cNvSpPr>
          <p:nvPr>
            <p:ph type="dt" sz="half" idx="10"/>
          </p:nvPr>
        </p:nvSpPr>
        <p:spPr/>
        <p:txBody>
          <a:bodyPr/>
          <a:lstStyle/>
          <a:p>
            <a:fld id="{CA309E32-9F9F-4BF8-B022-F4038687D0DD}" type="datetimeFigureOut">
              <a:rPr lang="en-US" smtClean="0"/>
              <a:t>7/1/2025</a:t>
            </a:fld>
            <a:endParaRPr lang="en-US"/>
          </a:p>
        </p:txBody>
      </p:sp>
      <p:sp>
        <p:nvSpPr>
          <p:cNvPr id="5" name="Footer Placeholder 4">
            <a:extLst>
              <a:ext uri="{FF2B5EF4-FFF2-40B4-BE49-F238E27FC236}">
                <a16:creationId xmlns:a16="http://schemas.microsoft.com/office/drawing/2014/main" id="{92C3C291-2739-A39F-7ABB-189661E44D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E4806B-3F8E-C220-46D5-9581D6792C04}"/>
              </a:ext>
            </a:extLst>
          </p:cNvPr>
          <p:cNvSpPr>
            <a:spLocks noGrp="1"/>
          </p:cNvSpPr>
          <p:nvPr>
            <p:ph type="sldNum" sz="quarter" idx="12"/>
          </p:nvPr>
        </p:nvSpPr>
        <p:spPr/>
        <p:txBody>
          <a:bodyPr/>
          <a:lstStyle/>
          <a:p>
            <a:fld id="{C91CBBD9-3687-4C57-8417-4DEBFF442A02}" type="slidenum">
              <a:rPr lang="en-US" smtClean="0"/>
              <a:t>‹#›</a:t>
            </a:fld>
            <a:endParaRPr lang="en-US"/>
          </a:p>
        </p:txBody>
      </p:sp>
    </p:spTree>
    <p:extLst>
      <p:ext uri="{BB962C8B-B14F-4D97-AF65-F5344CB8AC3E}">
        <p14:creationId xmlns:p14="http://schemas.microsoft.com/office/powerpoint/2010/main" val="3222990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E9D6B-A3AE-8C6B-1A35-CEC1BCEB4D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7A1A1F9-826B-F5DA-E728-43DA2D3318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95790E-8021-FD98-1D21-B3DBD1219539}"/>
              </a:ext>
            </a:extLst>
          </p:cNvPr>
          <p:cNvSpPr>
            <a:spLocks noGrp="1"/>
          </p:cNvSpPr>
          <p:nvPr>
            <p:ph type="dt" sz="half" idx="10"/>
          </p:nvPr>
        </p:nvSpPr>
        <p:spPr/>
        <p:txBody>
          <a:bodyPr/>
          <a:lstStyle/>
          <a:p>
            <a:fld id="{CA309E32-9F9F-4BF8-B022-F4038687D0DD}" type="datetimeFigureOut">
              <a:rPr lang="en-US" smtClean="0"/>
              <a:t>7/1/2025</a:t>
            </a:fld>
            <a:endParaRPr lang="en-US"/>
          </a:p>
        </p:txBody>
      </p:sp>
      <p:sp>
        <p:nvSpPr>
          <p:cNvPr id="5" name="Footer Placeholder 4">
            <a:extLst>
              <a:ext uri="{FF2B5EF4-FFF2-40B4-BE49-F238E27FC236}">
                <a16:creationId xmlns:a16="http://schemas.microsoft.com/office/drawing/2014/main" id="{08FF0417-EF69-E5BB-BA02-8A7D303793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8AFD9E-4569-4959-240B-C6E6C31BA90A}"/>
              </a:ext>
            </a:extLst>
          </p:cNvPr>
          <p:cNvSpPr>
            <a:spLocks noGrp="1"/>
          </p:cNvSpPr>
          <p:nvPr>
            <p:ph type="sldNum" sz="quarter" idx="12"/>
          </p:nvPr>
        </p:nvSpPr>
        <p:spPr/>
        <p:txBody>
          <a:bodyPr/>
          <a:lstStyle/>
          <a:p>
            <a:fld id="{C91CBBD9-3687-4C57-8417-4DEBFF442A02}" type="slidenum">
              <a:rPr lang="en-US" smtClean="0"/>
              <a:t>‹#›</a:t>
            </a:fld>
            <a:endParaRPr lang="en-US"/>
          </a:p>
        </p:txBody>
      </p:sp>
    </p:spTree>
    <p:extLst>
      <p:ext uri="{BB962C8B-B14F-4D97-AF65-F5344CB8AC3E}">
        <p14:creationId xmlns:p14="http://schemas.microsoft.com/office/powerpoint/2010/main" val="646089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57A82-FD6C-EE34-7100-FB2FC7FA22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A5AE6A-5DD0-2AC8-AC14-8027A88188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1A6B1F-ED3A-7A98-E88F-64B5233537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CD557D-DC00-8E16-273F-AA1A18A7329B}"/>
              </a:ext>
            </a:extLst>
          </p:cNvPr>
          <p:cNvSpPr>
            <a:spLocks noGrp="1"/>
          </p:cNvSpPr>
          <p:nvPr>
            <p:ph type="dt" sz="half" idx="10"/>
          </p:nvPr>
        </p:nvSpPr>
        <p:spPr/>
        <p:txBody>
          <a:bodyPr/>
          <a:lstStyle/>
          <a:p>
            <a:fld id="{CA309E32-9F9F-4BF8-B022-F4038687D0DD}" type="datetimeFigureOut">
              <a:rPr lang="en-US" smtClean="0"/>
              <a:t>7/1/2025</a:t>
            </a:fld>
            <a:endParaRPr lang="en-US"/>
          </a:p>
        </p:txBody>
      </p:sp>
      <p:sp>
        <p:nvSpPr>
          <p:cNvPr id="6" name="Footer Placeholder 5">
            <a:extLst>
              <a:ext uri="{FF2B5EF4-FFF2-40B4-BE49-F238E27FC236}">
                <a16:creationId xmlns:a16="http://schemas.microsoft.com/office/drawing/2014/main" id="{294599A3-26D0-9E80-B220-60E6A935EC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9A43C8-12BA-6E58-04E2-0EDE7336832B}"/>
              </a:ext>
            </a:extLst>
          </p:cNvPr>
          <p:cNvSpPr>
            <a:spLocks noGrp="1"/>
          </p:cNvSpPr>
          <p:nvPr>
            <p:ph type="sldNum" sz="quarter" idx="12"/>
          </p:nvPr>
        </p:nvSpPr>
        <p:spPr/>
        <p:txBody>
          <a:bodyPr/>
          <a:lstStyle/>
          <a:p>
            <a:fld id="{C91CBBD9-3687-4C57-8417-4DEBFF442A02}" type="slidenum">
              <a:rPr lang="en-US" smtClean="0"/>
              <a:t>‹#›</a:t>
            </a:fld>
            <a:endParaRPr lang="en-US"/>
          </a:p>
        </p:txBody>
      </p:sp>
    </p:spTree>
    <p:extLst>
      <p:ext uri="{BB962C8B-B14F-4D97-AF65-F5344CB8AC3E}">
        <p14:creationId xmlns:p14="http://schemas.microsoft.com/office/powerpoint/2010/main" val="34725793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6A858-1908-33D0-3D0D-4CF576556EF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ACE73A8-A46D-B687-1EDC-39FF02B30B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D58EAA-24F9-6426-1B9C-558DCFFEDD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11780BE-C2AC-16AA-BDD5-4FDC128305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2F5B88-51D6-5F6A-97A2-4657D63DFD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FDF8CBE-537A-929E-D894-3112580076D9}"/>
              </a:ext>
            </a:extLst>
          </p:cNvPr>
          <p:cNvSpPr>
            <a:spLocks noGrp="1"/>
          </p:cNvSpPr>
          <p:nvPr>
            <p:ph type="dt" sz="half" idx="10"/>
          </p:nvPr>
        </p:nvSpPr>
        <p:spPr/>
        <p:txBody>
          <a:bodyPr/>
          <a:lstStyle/>
          <a:p>
            <a:fld id="{CA309E32-9F9F-4BF8-B022-F4038687D0DD}" type="datetimeFigureOut">
              <a:rPr lang="en-US" smtClean="0"/>
              <a:t>7/1/2025</a:t>
            </a:fld>
            <a:endParaRPr lang="en-US"/>
          </a:p>
        </p:txBody>
      </p:sp>
      <p:sp>
        <p:nvSpPr>
          <p:cNvPr id="8" name="Footer Placeholder 7">
            <a:extLst>
              <a:ext uri="{FF2B5EF4-FFF2-40B4-BE49-F238E27FC236}">
                <a16:creationId xmlns:a16="http://schemas.microsoft.com/office/drawing/2014/main" id="{9DBC2257-EFA5-F700-B2B7-9F5440EF4B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70FFABC-5840-D98E-8EEE-1CAE824923C9}"/>
              </a:ext>
            </a:extLst>
          </p:cNvPr>
          <p:cNvSpPr>
            <a:spLocks noGrp="1"/>
          </p:cNvSpPr>
          <p:nvPr>
            <p:ph type="sldNum" sz="quarter" idx="12"/>
          </p:nvPr>
        </p:nvSpPr>
        <p:spPr/>
        <p:txBody>
          <a:bodyPr/>
          <a:lstStyle/>
          <a:p>
            <a:fld id="{C91CBBD9-3687-4C57-8417-4DEBFF442A02}" type="slidenum">
              <a:rPr lang="en-US" smtClean="0"/>
              <a:t>‹#›</a:t>
            </a:fld>
            <a:endParaRPr lang="en-US"/>
          </a:p>
        </p:txBody>
      </p:sp>
    </p:spTree>
    <p:extLst>
      <p:ext uri="{BB962C8B-B14F-4D97-AF65-F5344CB8AC3E}">
        <p14:creationId xmlns:p14="http://schemas.microsoft.com/office/powerpoint/2010/main" val="3760818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39864-1514-473C-3C86-B0EEEAEBB8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2F6A1E-F2BB-1290-1398-AC3B4E14A84B}"/>
              </a:ext>
            </a:extLst>
          </p:cNvPr>
          <p:cNvSpPr>
            <a:spLocks noGrp="1"/>
          </p:cNvSpPr>
          <p:nvPr>
            <p:ph type="dt" sz="half" idx="10"/>
          </p:nvPr>
        </p:nvSpPr>
        <p:spPr/>
        <p:txBody>
          <a:bodyPr/>
          <a:lstStyle/>
          <a:p>
            <a:fld id="{CA309E32-9F9F-4BF8-B022-F4038687D0DD}" type="datetimeFigureOut">
              <a:rPr lang="en-US" smtClean="0"/>
              <a:t>7/1/2025</a:t>
            </a:fld>
            <a:endParaRPr lang="en-US"/>
          </a:p>
        </p:txBody>
      </p:sp>
      <p:sp>
        <p:nvSpPr>
          <p:cNvPr id="4" name="Footer Placeholder 3">
            <a:extLst>
              <a:ext uri="{FF2B5EF4-FFF2-40B4-BE49-F238E27FC236}">
                <a16:creationId xmlns:a16="http://schemas.microsoft.com/office/drawing/2014/main" id="{EA7975E1-68E5-1B92-8B33-2D335344129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5A56-D476-9232-BA56-05A6F94F6EC7}"/>
              </a:ext>
            </a:extLst>
          </p:cNvPr>
          <p:cNvSpPr>
            <a:spLocks noGrp="1"/>
          </p:cNvSpPr>
          <p:nvPr>
            <p:ph type="sldNum" sz="quarter" idx="12"/>
          </p:nvPr>
        </p:nvSpPr>
        <p:spPr/>
        <p:txBody>
          <a:bodyPr/>
          <a:lstStyle/>
          <a:p>
            <a:fld id="{C91CBBD9-3687-4C57-8417-4DEBFF442A02}" type="slidenum">
              <a:rPr lang="en-US" smtClean="0"/>
              <a:t>‹#›</a:t>
            </a:fld>
            <a:endParaRPr lang="en-US"/>
          </a:p>
        </p:txBody>
      </p:sp>
    </p:spTree>
    <p:extLst>
      <p:ext uri="{BB962C8B-B14F-4D97-AF65-F5344CB8AC3E}">
        <p14:creationId xmlns:p14="http://schemas.microsoft.com/office/powerpoint/2010/main" val="2898796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43F4BA-6E0D-C8F6-844E-C573680B4526}"/>
              </a:ext>
            </a:extLst>
          </p:cNvPr>
          <p:cNvSpPr>
            <a:spLocks noGrp="1"/>
          </p:cNvSpPr>
          <p:nvPr>
            <p:ph type="dt" sz="half" idx="10"/>
          </p:nvPr>
        </p:nvSpPr>
        <p:spPr/>
        <p:txBody>
          <a:bodyPr/>
          <a:lstStyle/>
          <a:p>
            <a:fld id="{CA309E32-9F9F-4BF8-B022-F4038687D0DD}" type="datetimeFigureOut">
              <a:rPr lang="en-US" smtClean="0"/>
              <a:t>7/1/2025</a:t>
            </a:fld>
            <a:endParaRPr lang="en-US"/>
          </a:p>
        </p:txBody>
      </p:sp>
      <p:sp>
        <p:nvSpPr>
          <p:cNvPr id="3" name="Footer Placeholder 2">
            <a:extLst>
              <a:ext uri="{FF2B5EF4-FFF2-40B4-BE49-F238E27FC236}">
                <a16:creationId xmlns:a16="http://schemas.microsoft.com/office/drawing/2014/main" id="{72850BAB-4C5E-A97D-D275-87B235F539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5D4E829-21D2-DE2A-E3AB-B23ADC3DC359}"/>
              </a:ext>
            </a:extLst>
          </p:cNvPr>
          <p:cNvSpPr>
            <a:spLocks noGrp="1"/>
          </p:cNvSpPr>
          <p:nvPr>
            <p:ph type="sldNum" sz="quarter" idx="12"/>
          </p:nvPr>
        </p:nvSpPr>
        <p:spPr/>
        <p:txBody>
          <a:bodyPr/>
          <a:lstStyle/>
          <a:p>
            <a:fld id="{C91CBBD9-3687-4C57-8417-4DEBFF442A02}" type="slidenum">
              <a:rPr lang="en-US" smtClean="0"/>
              <a:t>‹#›</a:t>
            </a:fld>
            <a:endParaRPr lang="en-US"/>
          </a:p>
        </p:txBody>
      </p:sp>
    </p:spTree>
    <p:extLst>
      <p:ext uri="{BB962C8B-B14F-4D97-AF65-F5344CB8AC3E}">
        <p14:creationId xmlns:p14="http://schemas.microsoft.com/office/powerpoint/2010/main" val="683598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9C69A-5738-2774-29AE-02BB9208A1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C95699-4218-6FA7-B7CC-E50F01262A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8A0450-9317-EECF-780E-D928150881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B82E12-D8F0-9502-CE7B-BC5C77A55FC9}"/>
              </a:ext>
            </a:extLst>
          </p:cNvPr>
          <p:cNvSpPr>
            <a:spLocks noGrp="1"/>
          </p:cNvSpPr>
          <p:nvPr>
            <p:ph type="dt" sz="half" idx="10"/>
          </p:nvPr>
        </p:nvSpPr>
        <p:spPr/>
        <p:txBody>
          <a:bodyPr/>
          <a:lstStyle/>
          <a:p>
            <a:fld id="{CA309E32-9F9F-4BF8-B022-F4038687D0DD}" type="datetimeFigureOut">
              <a:rPr lang="en-US" smtClean="0"/>
              <a:t>7/1/2025</a:t>
            </a:fld>
            <a:endParaRPr lang="en-US"/>
          </a:p>
        </p:txBody>
      </p:sp>
      <p:sp>
        <p:nvSpPr>
          <p:cNvPr id="6" name="Footer Placeholder 5">
            <a:extLst>
              <a:ext uri="{FF2B5EF4-FFF2-40B4-BE49-F238E27FC236}">
                <a16:creationId xmlns:a16="http://schemas.microsoft.com/office/drawing/2014/main" id="{6F889553-8667-456E-AB19-741A331749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AC1C44-A1E7-FD15-2CF3-A977FCD6D86F}"/>
              </a:ext>
            </a:extLst>
          </p:cNvPr>
          <p:cNvSpPr>
            <a:spLocks noGrp="1"/>
          </p:cNvSpPr>
          <p:nvPr>
            <p:ph type="sldNum" sz="quarter" idx="12"/>
          </p:nvPr>
        </p:nvSpPr>
        <p:spPr/>
        <p:txBody>
          <a:bodyPr/>
          <a:lstStyle/>
          <a:p>
            <a:fld id="{C91CBBD9-3687-4C57-8417-4DEBFF442A02}" type="slidenum">
              <a:rPr lang="en-US" smtClean="0"/>
              <a:t>‹#›</a:t>
            </a:fld>
            <a:endParaRPr lang="en-US"/>
          </a:p>
        </p:txBody>
      </p:sp>
    </p:spTree>
    <p:extLst>
      <p:ext uri="{BB962C8B-B14F-4D97-AF65-F5344CB8AC3E}">
        <p14:creationId xmlns:p14="http://schemas.microsoft.com/office/powerpoint/2010/main" val="4056242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62FA8-99D6-7409-D427-7EB0ADD29C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008824-2A13-7A55-96DE-8F281DEFDA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68FEAF-3232-CE9C-CAAC-7E98C51CB3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70D1A0-DD2D-E32C-A14F-C4BDEF2D0E81}"/>
              </a:ext>
            </a:extLst>
          </p:cNvPr>
          <p:cNvSpPr>
            <a:spLocks noGrp="1"/>
          </p:cNvSpPr>
          <p:nvPr>
            <p:ph type="dt" sz="half" idx="10"/>
          </p:nvPr>
        </p:nvSpPr>
        <p:spPr/>
        <p:txBody>
          <a:bodyPr/>
          <a:lstStyle/>
          <a:p>
            <a:fld id="{CA309E32-9F9F-4BF8-B022-F4038687D0DD}" type="datetimeFigureOut">
              <a:rPr lang="en-US" smtClean="0"/>
              <a:t>7/1/2025</a:t>
            </a:fld>
            <a:endParaRPr lang="en-US"/>
          </a:p>
        </p:txBody>
      </p:sp>
      <p:sp>
        <p:nvSpPr>
          <p:cNvPr id="6" name="Footer Placeholder 5">
            <a:extLst>
              <a:ext uri="{FF2B5EF4-FFF2-40B4-BE49-F238E27FC236}">
                <a16:creationId xmlns:a16="http://schemas.microsoft.com/office/drawing/2014/main" id="{DD7D49B7-8AC2-C31B-8084-EA94B77F58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B9C500-F950-A986-61C4-4286BD7D66F0}"/>
              </a:ext>
            </a:extLst>
          </p:cNvPr>
          <p:cNvSpPr>
            <a:spLocks noGrp="1"/>
          </p:cNvSpPr>
          <p:nvPr>
            <p:ph type="sldNum" sz="quarter" idx="12"/>
          </p:nvPr>
        </p:nvSpPr>
        <p:spPr/>
        <p:txBody>
          <a:bodyPr/>
          <a:lstStyle/>
          <a:p>
            <a:fld id="{C91CBBD9-3687-4C57-8417-4DEBFF442A02}" type="slidenum">
              <a:rPr lang="en-US" smtClean="0"/>
              <a:t>‹#›</a:t>
            </a:fld>
            <a:endParaRPr lang="en-US"/>
          </a:p>
        </p:txBody>
      </p:sp>
    </p:spTree>
    <p:extLst>
      <p:ext uri="{BB962C8B-B14F-4D97-AF65-F5344CB8AC3E}">
        <p14:creationId xmlns:p14="http://schemas.microsoft.com/office/powerpoint/2010/main" val="237926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1C1F3-E828-1EBA-19B7-D1DBA85B863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B46ECD-B564-52C1-2603-120CF1DA86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81E82-056A-60D8-66A2-E8559DAC12D3}"/>
              </a:ext>
            </a:extLst>
          </p:cNvPr>
          <p:cNvSpPr>
            <a:spLocks noGrp="1"/>
          </p:cNvSpPr>
          <p:nvPr>
            <p:ph type="dt" sz="half" idx="10"/>
          </p:nvPr>
        </p:nvSpPr>
        <p:spPr/>
        <p:txBody>
          <a:bodyPr/>
          <a:lstStyle/>
          <a:p>
            <a:fld id="{CA309E32-9F9F-4BF8-B022-F4038687D0DD}" type="datetimeFigureOut">
              <a:rPr lang="en-US" smtClean="0"/>
              <a:t>7/1/2025</a:t>
            </a:fld>
            <a:endParaRPr lang="en-US"/>
          </a:p>
        </p:txBody>
      </p:sp>
      <p:sp>
        <p:nvSpPr>
          <p:cNvPr id="5" name="Footer Placeholder 4">
            <a:extLst>
              <a:ext uri="{FF2B5EF4-FFF2-40B4-BE49-F238E27FC236}">
                <a16:creationId xmlns:a16="http://schemas.microsoft.com/office/drawing/2014/main" id="{A1A278BF-7CEA-C4B4-285A-5D264044DC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96BE9C-9AB8-1B84-B57B-0080926C7AF5}"/>
              </a:ext>
            </a:extLst>
          </p:cNvPr>
          <p:cNvSpPr>
            <a:spLocks noGrp="1"/>
          </p:cNvSpPr>
          <p:nvPr>
            <p:ph type="sldNum" sz="quarter" idx="12"/>
          </p:nvPr>
        </p:nvSpPr>
        <p:spPr/>
        <p:txBody>
          <a:bodyPr/>
          <a:lstStyle/>
          <a:p>
            <a:fld id="{C91CBBD9-3687-4C57-8417-4DEBFF442A02}" type="slidenum">
              <a:rPr lang="en-US" smtClean="0"/>
              <a:t>‹#›</a:t>
            </a:fld>
            <a:endParaRPr lang="en-US"/>
          </a:p>
        </p:txBody>
      </p:sp>
    </p:spTree>
    <p:extLst>
      <p:ext uri="{BB962C8B-B14F-4D97-AF65-F5344CB8AC3E}">
        <p14:creationId xmlns:p14="http://schemas.microsoft.com/office/powerpoint/2010/main" val="217099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12D642-90EA-EFAE-187E-1ED66521A57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5E7900-6681-D131-2C46-33430DE64B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CD9E8F-F080-9BF0-F304-3F1C25080B7D}"/>
              </a:ext>
            </a:extLst>
          </p:cNvPr>
          <p:cNvSpPr>
            <a:spLocks noGrp="1"/>
          </p:cNvSpPr>
          <p:nvPr>
            <p:ph type="dt" sz="half" idx="10"/>
          </p:nvPr>
        </p:nvSpPr>
        <p:spPr/>
        <p:txBody>
          <a:bodyPr/>
          <a:lstStyle/>
          <a:p>
            <a:fld id="{CA309E32-9F9F-4BF8-B022-F4038687D0DD}" type="datetimeFigureOut">
              <a:rPr lang="en-US" smtClean="0"/>
              <a:t>7/1/2025</a:t>
            </a:fld>
            <a:endParaRPr lang="en-US"/>
          </a:p>
        </p:txBody>
      </p:sp>
      <p:sp>
        <p:nvSpPr>
          <p:cNvPr id="5" name="Footer Placeholder 4">
            <a:extLst>
              <a:ext uri="{FF2B5EF4-FFF2-40B4-BE49-F238E27FC236}">
                <a16:creationId xmlns:a16="http://schemas.microsoft.com/office/drawing/2014/main" id="{0EA7CD4D-8D11-C79B-2E45-E6EA953479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FC35D0-D274-F65E-C7A3-F8121792496F}"/>
              </a:ext>
            </a:extLst>
          </p:cNvPr>
          <p:cNvSpPr>
            <a:spLocks noGrp="1"/>
          </p:cNvSpPr>
          <p:nvPr>
            <p:ph type="sldNum" sz="quarter" idx="12"/>
          </p:nvPr>
        </p:nvSpPr>
        <p:spPr/>
        <p:txBody>
          <a:bodyPr/>
          <a:lstStyle/>
          <a:p>
            <a:fld id="{C91CBBD9-3687-4C57-8417-4DEBFF442A02}" type="slidenum">
              <a:rPr lang="en-US" smtClean="0"/>
              <a:t>‹#›</a:t>
            </a:fld>
            <a:endParaRPr lang="en-US"/>
          </a:p>
        </p:txBody>
      </p:sp>
    </p:spTree>
    <p:extLst>
      <p:ext uri="{BB962C8B-B14F-4D97-AF65-F5344CB8AC3E}">
        <p14:creationId xmlns:p14="http://schemas.microsoft.com/office/powerpoint/2010/main" val="2035862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s://www.wallpaperflare.com/gray-and-black-wallpaper-background-texture-dark-wallpapers-wallpaper-ewit"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extLst>
              <a:ext uri="{837473B0-CC2E-450A-ABE3-18F120FF3D39}">
                <a1611:picAttrSrcUrl xmlns:a1611="http://schemas.microsoft.com/office/drawing/2016/11/main" r:id="rId14"/>
              </a:ext>
            </a:extLst>
          </a:blip>
          <a:srcRect/>
          <a:stretch>
            <a:fillRect t="-5000" b="-5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19ADCD-F678-8D68-76AB-9EB4546FD8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B467347-0117-5C9F-287E-516E957599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C4D440-663C-1F03-5071-886AC588BF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A309E32-9F9F-4BF8-B022-F4038687D0DD}" type="datetimeFigureOut">
              <a:rPr lang="en-US" smtClean="0"/>
              <a:t>7/1/2025</a:t>
            </a:fld>
            <a:endParaRPr lang="en-US"/>
          </a:p>
        </p:txBody>
      </p:sp>
      <p:sp>
        <p:nvSpPr>
          <p:cNvPr id="5" name="Footer Placeholder 4">
            <a:extLst>
              <a:ext uri="{FF2B5EF4-FFF2-40B4-BE49-F238E27FC236}">
                <a16:creationId xmlns:a16="http://schemas.microsoft.com/office/drawing/2014/main" id="{02B39040-141A-133D-42F8-17B8C3540A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5912BFD-4C78-74A9-5A3E-9521DE3CC1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91CBBD9-3687-4C57-8417-4DEBFF442A02}" type="slidenum">
              <a:rPr lang="en-US" smtClean="0"/>
              <a:t>‹#›</a:t>
            </a:fld>
            <a:endParaRPr lang="en-US"/>
          </a:p>
        </p:txBody>
      </p:sp>
    </p:spTree>
    <p:extLst>
      <p:ext uri="{BB962C8B-B14F-4D97-AF65-F5344CB8AC3E}">
        <p14:creationId xmlns:p14="http://schemas.microsoft.com/office/powerpoint/2010/main" val="2007927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ketchfab.com/3d-models/postoboy-12x12-set-std-bismillah-bordered-26ea1bc82e7945cf94f4d910595dfb71" TargetMode="External"/><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hyperlink" Target="https://creativecommons.org/licenses/by/3.0/"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0.svg"/><Relationship Id="rId7" Type="http://schemas.openxmlformats.org/officeDocument/2006/relationships/image" Target="../media/image34.sv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ack and gold framed picture&#10;&#10;AI-generated content may be incorrect.">
            <a:extLst>
              <a:ext uri="{FF2B5EF4-FFF2-40B4-BE49-F238E27FC236}">
                <a16:creationId xmlns:a16="http://schemas.microsoft.com/office/drawing/2014/main" id="{B8F60D4F-4B2C-A6E4-82EE-F144EB9810C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3920" t="18518" r="22164" b="20097"/>
          <a:stretch/>
        </p:blipFill>
        <p:spPr>
          <a:xfrm>
            <a:off x="1120121" y="170233"/>
            <a:ext cx="9414935" cy="6029603"/>
          </a:xfrm>
          <a:prstGeom prst="rect">
            <a:avLst/>
          </a:prstGeom>
          <a:ln>
            <a:noFill/>
          </a:ln>
          <a:effectLst>
            <a:softEdge rad="112500"/>
          </a:effectLst>
        </p:spPr>
      </p:pic>
      <p:sp>
        <p:nvSpPr>
          <p:cNvPr id="4" name="TextBox 3">
            <a:extLst>
              <a:ext uri="{FF2B5EF4-FFF2-40B4-BE49-F238E27FC236}">
                <a16:creationId xmlns:a16="http://schemas.microsoft.com/office/drawing/2014/main" id="{2114EA68-75A8-A32B-60EC-17AC350A2A3E}"/>
              </a:ext>
            </a:extLst>
          </p:cNvPr>
          <p:cNvSpPr txBox="1"/>
          <p:nvPr/>
        </p:nvSpPr>
        <p:spPr>
          <a:xfrm>
            <a:off x="0" y="7162800"/>
            <a:ext cx="8778240" cy="230832"/>
          </a:xfrm>
          <a:prstGeom prst="rect">
            <a:avLst/>
          </a:prstGeom>
          <a:noFill/>
        </p:spPr>
        <p:txBody>
          <a:bodyPr wrap="square" rtlCol="0">
            <a:spAutoFit/>
          </a:bodyPr>
          <a:lstStyle/>
          <a:p>
            <a:r>
              <a:rPr lang="en-US" sz="900">
                <a:hlinkClick r:id="rId3" tooltip="https://sketchfab.com/3d-models/postoboy-12x12-set-std-bismillah-bordered-26ea1bc82e7945cf94f4d910595dfb71"/>
              </a:rPr>
              <a:t>This Photo</a:t>
            </a:r>
            <a:r>
              <a:rPr lang="en-US" sz="900"/>
              <a:t> by Unknown Author is licensed under </a:t>
            </a:r>
            <a:r>
              <a:rPr lang="en-US" sz="900">
                <a:hlinkClick r:id="rId4" tooltip="https://creativecommons.org/licenses/by/3.0/"/>
              </a:rPr>
              <a:t>CC BY</a:t>
            </a:r>
            <a:endParaRPr lang="en-US" sz="900"/>
          </a:p>
        </p:txBody>
      </p:sp>
    </p:spTree>
    <p:extLst>
      <p:ext uri="{BB962C8B-B14F-4D97-AF65-F5344CB8AC3E}">
        <p14:creationId xmlns:p14="http://schemas.microsoft.com/office/powerpoint/2010/main" val="3848923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9734E2-11D4-F72D-E4A0-73D0D9056C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0198" y="2822826"/>
            <a:ext cx="2014538"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81D026F4-5531-7646-9FC3-B64AF466227A}"/>
              </a:ext>
            </a:extLst>
          </p:cNvPr>
          <p:cNvSpPr txBox="1"/>
          <p:nvPr/>
        </p:nvSpPr>
        <p:spPr>
          <a:xfrm>
            <a:off x="279401" y="372533"/>
            <a:ext cx="11396132" cy="1754326"/>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a:spAutoFit/>
          </a:bodyPr>
          <a:lstStyle/>
          <a:p>
            <a:pPr marL="0" marR="0" algn="ctr"/>
            <a:r>
              <a:rPr lang="en-US" sz="3600" b="1"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rPr>
              <a:t>Real-Time Network Intrusion Detection Using Wireshark and Advanced Ensemble Learning Techniques</a:t>
            </a:r>
          </a:p>
        </p:txBody>
      </p:sp>
      <p:sp>
        <p:nvSpPr>
          <p:cNvPr id="4" name="Rectangle 1">
            <a:extLst>
              <a:ext uri="{FF2B5EF4-FFF2-40B4-BE49-F238E27FC236}">
                <a16:creationId xmlns:a16="http://schemas.microsoft.com/office/drawing/2014/main" id="{68FABD22-4086-B4FB-4AEA-A5BE45F143FC}"/>
              </a:ext>
            </a:extLst>
          </p:cNvPr>
          <p:cNvSpPr>
            <a:spLocks noChangeArrowheads="1"/>
          </p:cNvSpPr>
          <p:nvPr/>
        </p:nvSpPr>
        <p:spPr bwMode="auto">
          <a:xfrm>
            <a:off x="3075070" y="5113235"/>
            <a:ext cx="580479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bg1"/>
                </a:solidFill>
                <a:effectLst/>
                <a:latin typeface="Bookman Old Style" panose="02050604050505020204" pitchFamily="18" charset="0"/>
                <a:ea typeface="Times New Roman" panose="02020603050405020304" pitchFamily="18" charset="0"/>
                <a:cs typeface="Tahoma" panose="020B0604030504040204" pitchFamily="34" charset="0"/>
              </a:rPr>
              <a:t>Department of Computer Sciences,</a:t>
            </a:r>
            <a:endParaRPr kumimoji="0" lang="en-US" altLang="en-US" sz="2400" b="0" i="0" u="none" strike="noStrike" cap="none" normalizeH="0" baseline="0" dirty="0">
              <a:ln>
                <a:noFill/>
              </a:ln>
              <a:solidFill>
                <a:schemeClr val="bg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bg1"/>
                </a:solidFill>
                <a:effectLst/>
                <a:latin typeface="Bookman Old Style" panose="02050604050505020204" pitchFamily="18" charset="0"/>
                <a:ea typeface="Times New Roman" panose="02020603050405020304" pitchFamily="18" charset="0"/>
                <a:cs typeface="Tahoma" panose="020B0604030504040204" pitchFamily="34" charset="0"/>
              </a:rPr>
              <a:t>Virtual University of Pakistan</a:t>
            </a:r>
            <a:endParaRPr kumimoji="0" lang="en-US" altLang="en-US" sz="24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4237110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B3E4E2-D2A3-C719-9BE2-D94C52030DCE}"/>
              </a:ext>
            </a:extLst>
          </p:cNvPr>
          <p:cNvSpPr txBox="1">
            <a:spLocks noGrp="1" noRot="1" noMove="1" noResize="1" noEditPoints="1" noAdjustHandles="1" noChangeArrowheads="1" noChangeShapeType="1"/>
          </p:cNvSpPr>
          <p:nvPr/>
        </p:nvSpPr>
        <p:spPr>
          <a:xfrm>
            <a:off x="279401" y="372533"/>
            <a:ext cx="6256866" cy="1815882"/>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a:spAutoFit/>
          </a:bodyPr>
          <a:lstStyle/>
          <a:p>
            <a:pPr marL="0" marR="0" algn="ctr"/>
            <a:r>
              <a:rPr lang="en-US" sz="2800" b="1"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rPr>
              <a:t>Real-Time Network Intrusion Detection Using Wireshark and Advanced Ensemble Learning Techniques</a:t>
            </a:r>
          </a:p>
        </p:txBody>
      </p:sp>
      <p:sp>
        <p:nvSpPr>
          <p:cNvPr id="5" name="TextBox 4">
            <a:extLst>
              <a:ext uri="{FF2B5EF4-FFF2-40B4-BE49-F238E27FC236}">
                <a16:creationId xmlns:a16="http://schemas.microsoft.com/office/drawing/2014/main" id="{2912BD0F-F5C1-167A-F337-40C35AC3F6F3}"/>
              </a:ext>
            </a:extLst>
          </p:cNvPr>
          <p:cNvSpPr txBox="1">
            <a:spLocks noGrp="1" noRot="1" noMove="1" noResize="1" noEditPoints="1" noAdjustHandles="1" noChangeArrowheads="1" noChangeShapeType="1"/>
          </p:cNvSpPr>
          <p:nvPr/>
        </p:nvSpPr>
        <p:spPr>
          <a:xfrm>
            <a:off x="4953000" y="2525905"/>
            <a:ext cx="3835399" cy="1477328"/>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a:spAutoFit/>
          </a:bodyPr>
          <a:lstStyle/>
          <a:p>
            <a:pPr marL="0" marR="0" algn="ctr"/>
            <a:r>
              <a:rPr lang="en-US" sz="12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rPr>
              <a:t>Presented by:</a:t>
            </a:r>
          </a:p>
          <a:p>
            <a:pPr marL="0" marR="0" algn="ctr"/>
            <a:endParaRPr lang="en-US" sz="12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endParaRPr>
          </a:p>
          <a:p>
            <a:pPr marL="0" marR="0"/>
            <a:r>
              <a:rPr lang="en-US"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Name: MAHBOOB ALAM</a:t>
            </a:r>
          </a:p>
          <a:p>
            <a:pPr marL="0" marR="0"/>
            <a:r>
              <a:rPr lang="en-US" sz="16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rPr>
              <a:t>Roll No.:	BC210427835</a:t>
            </a:r>
          </a:p>
          <a:p>
            <a:pPr marL="0" marR="0"/>
            <a:r>
              <a:rPr lang="en-US" sz="16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Program:	BS (SE)</a:t>
            </a:r>
          </a:p>
          <a:p>
            <a:pPr marL="0" marR="0"/>
            <a:r>
              <a:rPr lang="en-US" sz="16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rPr>
              <a:t>Group ID:	F24PROJECTA686A </a:t>
            </a:r>
          </a:p>
        </p:txBody>
      </p:sp>
      <p:sp>
        <p:nvSpPr>
          <p:cNvPr id="6" name="TextBox 5">
            <a:extLst>
              <a:ext uri="{FF2B5EF4-FFF2-40B4-BE49-F238E27FC236}">
                <a16:creationId xmlns:a16="http://schemas.microsoft.com/office/drawing/2014/main" id="{A3D63AA6-40D9-CEEB-14F6-D54A876E5F42}"/>
              </a:ext>
            </a:extLst>
          </p:cNvPr>
          <p:cNvSpPr txBox="1">
            <a:spLocks noGrp="1" noRot="1" noMove="1" noResize="1" noEditPoints="1" noAdjustHandles="1" noChangeArrowheads="1" noChangeShapeType="1"/>
          </p:cNvSpPr>
          <p:nvPr/>
        </p:nvSpPr>
        <p:spPr>
          <a:xfrm>
            <a:off x="279401" y="4756767"/>
            <a:ext cx="3835399" cy="738664"/>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a:spAutoFit/>
          </a:bodyPr>
          <a:lstStyle/>
          <a:p>
            <a:pPr marL="0" marR="0" algn="ctr"/>
            <a:r>
              <a:rPr lang="en-US" sz="12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rPr>
              <a:t>Supervisor:</a:t>
            </a:r>
          </a:p>
          <a:p>
            <a:pPr marL="0" marR="0" algn="ctr"/>
            <a:endParaRPr lang="en-US" sz="12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endParaRPr>
          </a:p>
          <a:p>
            <a:pPr marL="0" marR="0" algn="ctr"/>
            <a:r>
              <a:rPr lang="en-US"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Laraib Sana</a:t>
            </a:r>
            <a:endParaRPr lang="en-US" sz="16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endParaRPr>
          </a:p>
        </p:txBody>
      </p:sp>
      <p:pic>
        <p:nvPicPr>
          <p:cNvPr id="10" name="Graphic 9" descr="School boy outline">
            <a:extLst>
              <a:ext uri="{FF2B5EF4-FFF2-40B4-BE49-F238E27FC236}">
                <a16:creationId xmlns:a16="http://schemas.microsoft.com/office/drawing/2014/main" id="{32A043E4-D20C-3BC1-D443-EE4F871340D0}"/>
              </a:ext>
            </a:extLst>
          </p:cNvPr>
          <p:cNvPicPr>
            <a:picLocks noGrp="1" noRot="1" noChangeAspect="1" noMove="1" noResize="1" noEditPoints="1" noAdjustHandles="1" noChangeArrowheads="1" noChangeShapeType="1" noCrop="1"/>
          </p:cNvPicPr>
          <p:nvPr/>
        </p:nvPicPr>
        <p:blipFill>
          <a:blip r:embed="rId2">
            <a:extLst>
              <a:ext uri="{96DAC541-7B7A-43D3-8B79-37D633B846F1}">
                <asvg:svgBlip xmlns:asvg="http://schemas.microsoft.com/office/drawing/2016/SVG/main" r:embed="rId3"/>
              </a:ext>
            </a:extLst>
          </a:blip>
          <a:stretch>
            <a:fillRect/>
          </a:stretch>
        </p:blipFill>
        <p:spPr>
          <a:xfrm>
            <a:off x="4114799" y="3088833"/>
            <a:ext cx="914400" cy="914400"/>
          </a:xfrm>
          <a:prstGeom prst="rect">
            <a:avLst/>
          </a:prstGeom>
        </p:spPr>
      </p:pic>
      <p:pic>
        <p:nvPicPr>
          <p:cNvPr id="12" name="Graphic 11" descr="Professor female with solid fill">
            <a:extLst>
              <a:ext uri="{FF2B5EF4-FFF2-40B4-BE49-F238E27FC236}">
                <a16:creationId xmlns:a16="http://schemas.microsoft.com/office/drawing/2014/main" id="{1D43968B-B4DA-2D91-803A-2DB529C067FF}"/>
              </a:ext>
            </a:extLst>
          </p:cNvPr>
          <p:cNvPicPr>
            <a:picLocks noGrp="1" noRot="1" noChangeAspect="1" noMove="1" noResize="1" noEditPoints="1" noAdjustHandles="1" noChangeArrowheads="1" noChangeShapeType="1" noCrop="1"/>
          </p:cNvPicPr>
          <p:nvPr/>
        </p:nvPicPr>
        <p:blipFill>
          <a:blip r:embed="rId4">
            <a:extLst>
              <a:ext uri="{96DAC541-7B7A-43D3-8B79-37D633B846F1}">
                <asvg:svgBlip xmlns:asvg="http://schemas.microsoft.com/office/drawing/2016/SVG/main" r:embed="rId5"/>
              </a:ext>
            </a:extLst>
          </a:blip>
          <a:stretch>
            <a:fillRect/>
          </a:stretch>
        </p:blipFill>
        <p:spPr>
          <a:xfrm>
            <a:off x="4385733" y="4668899"/>
            <a:ext cx="914400" cy="914400"/>
          </a:xfrm>
          <a:prstGeom prst="rect">
            <a:avLst/>
          </a:prstGeom>
        </p:spPr>
      </p:pic>
      <p:pic>
        <p:nvPicPr>
          <p:cNvPr id="13" name="Picture 12" descr="Hi Panda">
            <a:extLst>
              <a:ext uri="{FF2B5EF4-FFF2-40B4-BE49-F238E27FC236}">
                <a16:creationId xmlns:a16="http://schemas.microsoft.com/office/drawing/2014/main" id="{3C00D833-B326-68D9-CBA7-447550C78DA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04741" y="2229378"/>
            <a:ext cx="737659" cy="737659"/>
          </a:xfrm>
          <a:prstGeom prst="rect">
            <a:avLst/>
          </a:prstGeom>
        </p:spPr>
      </p:pic>
    </p:spTree>
    <p:extLst>
      <p:ext uri="{BB962C8B-B14F-4D97-AF65-F5344CB8AC3E}">
        <p14:creationId xmlns:p14="http://schemas.microsoft.com/office/powerpoint/2010/main" val="2472081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00064-05CD-09C1-EE86-60240E641B0E}"/>
              </a:ext>
            </a:extLst>
          </p:cNvPr>
          <p:cNvSpPr>
            <a:spLocks noGrp="1" noRot="1" noMove="1" noResize="1" noEditPoints="1" noAdjustHandles="1" noChangeArrowheads="1" noChangeShapeType="1"/>
          </p:cNvSpPr>
          <p:nvPr>
            <p:ph type="title"/>
          </p:nvPr>
        </p:nvSpPr>
        <p:spPr>
          <a:xfrm>
            <a:off x="681566" y="365125"/>
            <a:ext cx="4385733" cy="1325563"/>
          </a:xfr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lstStyle/>
          <a:p>
            <a:r>
              <a:rPr lang="en-US"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INTRODUCTION</a:t>
            </a:r>
          </a:p>
        </p:txBody>
      </p:sp>
      <p:sp>
        <p:nvSpPr>
          <p:cNvPr id="4" name="TextBox 3">
            <a:extLst>
              <a:ext uri="{FF2B5EF4-FFF2-40B4-BE49-F238E27FC236}">
                <a16:creationId xmlns:a16="http://schemas.microsoft.com/office/drawing/2014/main" id="{3508B0E6-2D29-15AA-F024-0FF27C272B2B}"/>
              </a:ext>
            </a:extLst>
          </p:cNvPr>
          <p:cNvSpPr txBox="1">
            <a:spLocks noGrp="1" noRot="1" noMove="1" noResize="1" noEditPoints="1" noAdjustHandles="1" noChangeArrowheads="1" noChangeShapeType="1"/>
          </p:cNvSpPr>
          <p:nvPr/>
        </p:nvSpPr>
        <p:spPr>
          <a:xfrm>
            <a:off x="440265" y="1921507"/>
            <a:ext cx="4868333" cy="3754874"/>
          </a:xfrm>
          <a:prstGeom prst="rect">
            <a:avLst/>
          </a:prstGeom>
          <a:noFill/>
        </p:spPr>
        <p:txBody>
          <a:bodyPr wrap="square">
            <a:spAutoFit/>
          </a:bodyPr>
          <a:lstStyle/>
          <a:p>
            <a:r>
              <a:rPr lang="en-US" sz="1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 Traditional NIDS like </a:t>
            </a:r>
            <a:r>
              <a:rPr lang="en-US" sz="1400" b="1" i="1"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Snort, Suricata, and Bro</a:t>
            </a:r>
            <a:r>
              <a:rPr lang="en-US" sz="1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 rely heavily on predefined rules or protocol behavior, limiting their ability to detect unknown threats (zero-days) and requiring frequent manual updates.</a:t>
            </a:r>
          </a:p>
          <a:p>
            <a:pPr algn="just"/>
            <a:endParaRPr lang="en-US" sz="1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endParaRPr>
          </a:p>
          <a:p>
            <a:pPr algn="just"/>
            <a:r>
              <a:rPr lang="en-US" sz="1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 My Project introduces a real-time, machine-learning-based NIDS using ensemble models (</a:t>
            </a:r>
            <a:r>
              <a:rPr lang="en-US" sz="1400" dirty="0" err="1">
                <a:solidFill>
                  <a:schemeClr val="bg1"/>
                </a:solidFill>
                <a:latin typeface="Cascadia Mono" panose="020B0609020000020004" pitchFamily="49" charset="0"/>
                <a:ea typeface="Cascadia Mono" panose="020B0609020000020004" pitchFamily="49" charset="0"/>
                <a:cs typeface="Cascadia Mono" panose="020B0609020000020004" pitchFamily="49" charset="0"/>
              </a:rPr>
              <a:t>XGBoost</a:t>
            </a:r>
            <a:r>
              <a:rPr lang="en-US" sz="1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 </a:t>
            </a:r>
            <a:r>
              <a:rPr lang="en-US" sz="1400" dirty="0" err="1">
                <a:solidFill>
                  <a:schemeClr val="bg1"/>
                </a:solidFill>
                <a:latin typeface="Cascadia Mono" panose="020B0609020000020004" pitchFamily="49" charset="0"/>
                <a:ea typeface="Cascadia Mono" panose="020B0609020000020004" pitchFamily="49" charset="0"/>
                <a:cs typeface="Cascadia Mono" panose="020B0609020000020004" pitchFamily="49" charset="0"/>
              </a:rPr>
              <a:t>LightGBM</a:t>
            </a:r>
            <a:r>
              <a:rPr lang="en-US" sz="1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 </a:t>
            </a:r>
            <a:r>
              <a:rPr lang="en-US" sz="1400" dirty="0" err="1">
                <a:solidFill>
                  <a:schemeClr val="bg1"/>
                </a:solidFill>
                <a:latin typeface="Cascadia Mono" panose="020B0609020000020004" pitchFamily="49" charset="0"/>
                <a:ea typeface="Cascadia Mono" panose="020B0609020000020004" pitchFamily="49" charset="0"/>
                <a:cs typeface="Cascadia Mono" panose="020B0609020000020004" pitchFamily="49" charset="0"/>
              </a:rPr>
              <a:t>TabNet</a:t>
            </a:r>
            <a:r>
              <a:rPr lang="en-US" sz="1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 It:</a:t>
            </a:r>
          </a:p>
          <a:p>
            <a:pPr algn="justLow"/>
            <a:endParaRPr lang="en-US" sz="1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endParaRPr>
          </a:p>
          <a:p>
            <a:pPr algn="justLow"/>
            <a:r>
              <a:rPr lang="en-US" sz="1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1. Automatically analyzes uploaded PCAP files</a:t>
            </a:r>
          </a:p>
          <a:p>
            <a:pPr algn="justLow"/>
            <a:endParaRPr lang="en-US" sz="1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endParaRPr>
          </a:p>
          <a:p>
            <a:pPr algn="justLow"/>
            <a:r>
              <a:rPr lang="en-US" sz="1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2. Detects both known and novel threats</a:t>
            </a:r>
          </a:p>
          <a:p>
            <a:pPr algn="justLow"/>
            <a:endParaRPr lang="en-US" sz="1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endParaRPr>
          </a:p>
          <a:p>
            <a:pPr algn="justLow"/>
            <a:r>
              <a:rPr lang="en-US" sz="1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3. Offers a modern Django-based web interface</a:t>
            </a:r>
          </a:p>
        </p:txBody>
      </p:sp>
      <p:pic>
        <p:nvPicPr>
          <p:cNvPr id="3" name="Picture 2">
            <a:extLst>
              <a:ext uri="{FF2B5EF4-FFF2-40B4-BE49-F238E27FC236}">
                <a16:creationId xmlns:a16="http://schemas.microsoft.com/office/drawing/2014/main" id="{C12795CE-DD35-6DCC-F62F-04CA995A7FA8}"/>
              </a:ext>
            </a:extLst>
          </p:cNvPr>
          <p:cNvPicPr>
            <a:picLocks noGrp="1" noRot="1" noChangeAspect="1" noMove="1" noResize="1" noEditPoints="1" noAdjustHandles="1" noChangeArrowheads="1" noChangeShapeType="1" noCrop="1"/>
          </p:cNvPicPr>
          <p:nvPr/>
        </p:nvPicPr>
        <p:blipFill rotWithShape="1">
          <a:blip r:embed="rId2">
            <a:extLst>
              <a:ext uri="{28A0092B-C50C-407E-A947-70E740481C1C}">
                <a14:useLocalDpi xmlns:a14="http://schemas.microsoft.com/office/drawing/2010/main" val="0"/>
              </a:ext>
            </a:extLst>
          </a:blip>
          <a:srcRect t="2962" b="4814"/>
          <a:stretch/>
        </p:blipFill>
        <p:spPr bwMode="auto">
          <a:xfrm>
            <a:off x="3280305" y="533400"/>
            <a:ext cx="9153525" cy="632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0160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D899CE30-A02D-5D18-CA69-E8D361BB234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075" b="5334"/>
          <a:stretch/>
        </p:blipFill>
        <p:spPr bwMode="auto">
          <a:xfrm>
            <a:off x="5571240" y="142043"/>
            <a:ext cx="5148263" cy="6350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D4982AB-1F6D-46C7-689C-35F99F72B91E}"/>
              </a:ext>
            </a:extLst>
          </p:cNvPr>
          <p:cNvSpPr/>
          <p:nvPr>
            <p:ph type="title"/>
          </p:nvPr>
        </p:nvSpPr>
        <p:spPr>
          <a:xfrm>
            <a:off x="403194" y="365957"/>
            <a:ext cx="5257800" cy="1325563"/>
          </a:xfr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normAutofit/>
          </a:bodyPr>
          <a:lstStyle/>
          <a:p>
            <a:r>
              <a:rPr lang="en-US" sz="28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Tools &amp; Technologies</a:t>
            </a:r>
          </a:p>
        </p:txBody>
      </p:sp>
    </p:spTree>
    <p:extLst>
      <p:ext uri="{BB962C8B-B14F-4D97-AF65-F5344CB8AC3E}">
        <p14:creationId xmlns:p14="http://schemas.microsoft.com/office/powerpoint/2010/main" val="3990392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C7D847-D569-A51D-048B-D0756C9B89B4}"/>
              </a:ext>
            </a:extLst>
          </p:cNvPr>
          <p:cNvPicPr>
            <a:picLocks noChangeAspect="1"/>
          </p:cNvPicPr>
          <p:nvPr/>
        </p:nvPicPr>
        <p:blipFill>
          <a:blip r:embed="rId2">
            <a:alphaModFix amt="50000"/>
          </a:blip>
          <a:srcRect r="76944"/>
          <a:stretch/>
        </p:blipFill>
        <p:spPr>
          <a:xfrm>
            <a:off x="0" y="0"/>
            <a:ext cx="2799969" cy="6857999"/>
          </a:xfrm>
          <a:prstGeom prst="rect">
            <a:avLst/>
          </a:prstGeom>
        </p:spPr>
      </p:pic>
      <p:sp>
        <p:nvSpPr>
          <p:cNvPr id="4" name="TextBox 3">
            <a:extLst>
              <a:ext uri="{FF2B5EF4-FFF2-40B4-BE49-F238E27FC236}">
                <a16:creationId xmlns:a16="http://schemas.microsoft.com/office/drawing/2014/main" id="{9078712D-F654-27E7-7F24-6982B8654ED3}"/>
              </a:ext>
            </a:extLst>
          </p:cNvPr>
          <p:cNvSpPr txBox="1"/>
          <p:nvPr/>
        </p:nvSpPr>
        <p:spPr>
          <a:xfrm>
            <a:off x="4563534" y="159435"/>
            <a:ext cx="3835399" cy="276999"/>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a:spAutoFit/>
          </a:bodyPr>
          <a:lstStyle/>
          <a:p>
            <a:pPr marL="0" marR="0" algn="ctr"/>
            <a:r>
              <a:rPr lang="en-US" sz="12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rPr>
              <a:t>Project Structure</a:t>
            </a:r>
            <a:endParaRPr lang="en-US" sz="16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endParaRPr>
          </a:p>
        </p:txBody>
      </p:sp>
      <p:pic>
        <p:nvPicPr>
          <p:cNvPr id="10" name="Picture 4">
            <a:extLst>
              <a:ext uri="{FF2B5EF4-FFF2-40B4-BE49-F238E27FC236}">
                <a16:creationId xmlns:a16="http://schemas.microsoft.com/office/drawing/2014/main" id="{F9BDD993-B8CF-1E48-D96E-5AA874D98F55}"/>
              </a:ext>
            </a:extLst>
          </p:cNvPr>
          <p:cNvPicPr>
            <a:picLocks noChangeAspect="1"/>
          </p:cNvPicPr>
          <p:nvPr/>
        </p:nvPicPr>
        <p:blipFill rotWithShape="1">
          <a:blip r:embed="rId3">
            <a:extLst>
              <a:ext uri="{28A0092B-C50C-407E-A947-70E740481C1C}">
                <a14:useLocalDpi xmlns:a14="http://schemas.microsoft.com/office/drawing/2010/main" val="0"/>
              </a:ext>
            </a:extLst>
          </a:blip>
          <a:srcRect t="1481" b="7160"/>
          <a:stretch/>
        </p:blipFill>
        <p:spPr bwMode="auto">
          <a:xfrm>
            <a:off x="2489729" y="296332"/>
            <a:ext cx="8143875" cy="6265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6888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D5B12-3484-EB30-B9D1-4C6D468370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1418A7-7761-D0D3-7578-7773ABDE72C2}"/>
              </a:ext>
            </a:extLst>
          </p:cNvPr>
          <p:cNvSpPr>
            <a:spLocks noGrp="1" noRot="1" noMove="1" noResize="1" noEditPoints="1" noAdjustHandles="1" noChangeArrowheads="1" noChangeShapeType="1"/>
          </p:cNvSpPr>
          <p:nvPr>
            <p:ph type="title"/>
          </p:nvPr>
        </p:nvSpPr>
        <p:spPr>
          <a:xfrm>
            <a:off x="838200" y="365125"/>
            <a:ext cx="4157133" cy="1325563"/>
          </a:xfr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lstStyle/>
          <a:p>
            <a:r>
              <a:rPr lang="en-US"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FUNCTIONAL REQUIREMENTS</a:t>
            </a:r>
          </a:p>
        </p:txBody>
      </p:sp>
      <p:sp>
        <p:nvSpPr>
          <p:cNvPr id="6" name="TextBox 5">
            <a:extLst>
              <a:ext uri="{FF2B5EF4-FFF2-40B4-BE49-F238E27FC236}">
                <a16:creationId xmlns:a16="http://schemas.microsoft.com/office/drawing/2014/main" id="{587CE54D-A3C4-B5F8-199D-C2356EE35F26}"/>
              </a:ext>
            </a:extLst>
          </p:cNvPr>
          <p:cNvSpPr txBox="1">
            <a:spLocks noGrp="1" noRot="1" noMove="1" noResize="1" noEditPoints="1" noAdjustHandles="1" noChangeArrowheads="1" noChangeShapeType="1"/>
          </p:cNvSpPr>
          <p:nvPr/>
        </p:nvSpPr>
        <p:spPr>
          <a:xfrm>
            <a:off x="5858934" y="223827"/>
            <a:ext cx="6096000" cy="6426055"/>
          </a:xfrm>
          <a:prstGeom prst="rect">
            <a:avLst/>
          </a:prstGeom>
          <a:noFill/>
        </p:spPr>
        <p:txBody>
          <a:bodyPr wrap="square">
            <a:spAutoFit/>
          </a:bodyPr>
          <a:lstStyle/>
          <a:p>
            <a:pPr marL="0" marR="0">
              <a:lnSpc>
                <a:spcPct val="115000"/>
              </a:lnSpc>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FR1.	The system must enable users to upload network traffic capture files in .</a:t>
            </a:r>
            <a:r>
              <a:rPr lang="en-US" sz="1800" kern="100" dirty="0" err="1">
                <a:solidFill>
                  <a:schemeClr val="bg1"/>
                </a:solidFill>
                <a:effectLst/>
                <a:latin typeface="Aptos" panose="020B0004020202020204" pitchFamily="34" charset="0"/>
                <a:ea typeface="Aptos" panose="020B0004020202020204" pitchFamily="34" charset="0"/>
                <a:cs typeface="Arial" panose="020B0604020202020204" pitchFamily="34" charset="0"/>
              </a:rPr>
              <a:t>pcap</a:t>
            </a: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 or .</a:t>
            </a:r>
            <a:r>
              <a:rPr lang="en-US" sz="1800" kern="100" dirty="0" err="1">
                <a:solidFill>
                  <a:schemeClr val="bg1"/>
                </a:solidFill>
                <a:effectLst/>
                <a:latin typeface="Aptos" panose="020B0004020202020204" pitchFamily="34" charset="0"/>
                <a:ea typeface="Aptos" panose="020B0004020202020204" pitchFamily="34" charset="0"/>
                <a:cs typeface="Arial" panose="020B0604020202020204" pitchFamily="34" charset="0"/>
              </a:rPr>
              <a:t>pcapng</a:t>
            </a: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 format through a secure web interface for subsequent analysis.</a:t>
            </a:r>
          </a:p>
          <a:p>
            <a:pPr marL="0" marR="0">
              <a:lnSpc>
                <a:spcPct val="115000"/>
              </a:lnSpc>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 </a:t>
            </a:r>
          </a:p>
          <a:p>
            <a:pPr marL="0" marR="0">
              <a:lnSpc>
                <a:spcPct val="115000"/>
              </a:lnSpc>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FR2.	Upon upload, the system must automatically parse .</a:t>
            </a:r>
            <a:r>
              <a:rPr lang="en-US" sz="1800" kern="100" dirty="0" err="1">
                <a:solidFill>
                  <a:schemeClr val="bg1"/>
                </a:solidFill>
                <a:effectLst/>
                <a:latin typeface="Aptos" panose="020B0004020202020204" pitchFamily="34" charset="0"/>
                <a:ea typeface="Aptos" panose="020B0004020202020204" pitchFamily="34" charset="0"/>
                <a:cs typeface="Arial" panose="020B0604020202020204" pitchFamily="34" charset="0"/>
              </a:rPr>
              <a:t>pcap</a:t>
            </a: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 files into a structured dataset (e.g., CSV format) using  tools such as </a:t>
            </a:r>
            <a:r>
              <a:rPr lang="en-US" kern="100" dirty="0" err="1">
                <a:solidFill>
                  <a:schemeClr val="bg1"/>
                </a:solidFill>
                <a:latin typeface="Aptos" panose="020B0004020202020204" pitchFamily="34" charset="0"/>
                <a:ea typeface="Aptos" panose="020B0004020202020204" pitchFamily="34" charset="0"/>
                <a:cs typeface="Arial" panose="020B0604020202020204" pitchFamily="34" charset="0"/>
              </a:rPr>
              <a:t>tshark</a:t>
            </a: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 or </a:t>
            </a:r>
            <a:r>
              <a:rPr lang="en-US" sz="1800" kern="100" dirty="0" err="1">
                <a:solidFill>
                  <a:schemeClr val="bg1"/>
                </a:solidFill>
                <a:effectLst/>
                <a:latin typeface="Aptos" panose="020B0004020202020204" pitchFamily="34" charset="0"/>
                <a:ea typeface="Aptos" panose="020B0004020202020204" pitchFamily="34" charset="0"/>
                <a:cs typeface="Arial" panose="020B0604020202020204" pitchFamily="34" charset="0"/>
              </a:rPr>
              <a:t>PyShark</a:t>
            </a: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 facilitating further data processing.</a:t>
            </a:r>
          </a:p>
          <a:p>
            <a:pPr marL="0" marR="0">
              <a:lnSpc>
                <a:spcPct val="115000"/>
              </a:lnSpc>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 </a:t>
            </a:r>
          </a:p>
          <a:p>
            <a:pPr marL="0" marR="0">
              <a:lnSpc>
                <a:spcPct val="115000"/>
              </a:lnSpc>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FR3.	The parsed data must undergo preprocessing to ensure quality and consistency. This includes cleaning missing or invalid entries, encoding categorical variables (e.g., protocol types), and normalizing numerical features such as packet sizes and time intervals.</a:t>
            </a:r>
          </a:p>
          <a:p>
            <a:pPr marL="0" marR="0">
              <a:lnSpc>
                <a:spcPct val="115000"/>
              </a:lnSpc>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 </a:t>
            </a:r>
          </a:p>
          <a:p>
            <a:pPr marL="0" marR="0">
              <a:lnSpc>
                <a:spcPct val="115000"/>
              </a:lnSpc>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FR4.	The system must support the generation of labeled datasets, classifying network traffic as either “normal” or “malicious” to facilitate supervised machine learning.</a:t>
            </a:r>
          </a:p>
        </p:txBody>
      </p:sp>
    </p:spTree>
    <p:extLst>
      <p:ext uri="{BB962C8B-B14F-4D97-AF65-F5344CB8AC3E}">
        <p14:creationId xmlns:p14="http://schemas.microsoft.com/office/powerpoint/2010/main" val="324144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86C49-2F04-DDF5-CAEC-FF0B5C7DEDF1}"/>
              </a:ext>
            </a:extLst>
          </p:cNvPr>
          <p:cNvSpPr>
            <a:spLocks noGrp="1" noRot="1" noMove="1" noResize="1" noEditPoints="1" noAdjustHandles="1" noChangeArrowheads="1" noChangeShapeType="1"/>
          </p:cNvSpPr>
          <p:nvPr>
            <p:ph type="title"/>
          </p:nvPr>
        </p:nvSpPr>
        <p:spPr>
          <a:xfrm>
            <a:off x="838200" y="365125"/>
            <a:ext cx="4157133" cy="1325563"/>
          </a:xfr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lstStyle/>
          <a:p>
            <a:r>
              <a:rPr lang="en-US"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FUNCTIONAL REQUIREMENTS</a:t>
            </a:r>
          </a:p>
        </p:txBody>
      </p:sp>
      <p:sp>
        <p:nvSpPr>
          <p:cNvPr id="6" name="TextBox 5">
            <a:extLst>
              <a:ext uri="{FF2B5EF4-FFF2-40B4-BE49-F238E27FC236}">
                <a16:creationId xmlns:a16="http://schemas.microsoft.com/office/drawing/2014/main" id="{5BCD6E04-28B4-A7D2-08EA-99C4EDD2F042}"/>
              </a:ext>
            </a:extLst>
          </p:cNvPr>
          <p:cNvSpPr txBox="1">
            <a:spLocks noGrp="1" noRot="1" noMove="1" noResize="1" noEditPoints="1" noAdjustHandles="1" noChangeArrowheads="1" noChangeShapeType="1"/>
          </p:cNvSpPr>
          <p:nvPr/>
        </p:nvSpPr>
        <p:spPr>
          <a:xfrm>
            <a:off x="5842001" y="365125"/>
            <a:ext cx="6096000" cy="5367816"/>
          </a:xfrm>
          <a:prstGeom prst="rect">
            <a:avLst/>
          </a:prstGeom>
          <a:noFill/>
        </p:spPr>
        <p:txBody>
          <a:bodyPr wrap="square">
            <a:spAutoFit/>
          </a:bodyPr>
          <a:lstStyle/>
          <a:p>
            <a:pPr marL="0" marR="0">
              <a:lnSpc>
                <a:spcPct val="115000"/>
              </a:lnSpc>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 FR5.	The system must integrate ensemble learning models—including </a:t>
            </a:r>
            <a:r>
              <a:rPr lang="en-US" sz="1800" kern="100" dirty="0" err="1">
                <a:solidFill>
                  <a:schemeClr val="bg1"/>
                </a:solidFill>
                <a:effectLst/>
                <a:latin typeface="Aptos" panose="020B0004020202020204" pitchFamily="34" charset="0"/>
                <a:ea typeface="Aptos" panose="020B0004020202020204" pitchFamily="34" charset="0"/>
                <a:cs typeface="Arial" panose="020B0604020202020204" pitchFamily="34" charset="0"/>
              </a:rPr>
              <a:t>TabNet</a:t>
            </a: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 </a:t>
            </a:r>
            <a:r>
              <a:rPr lang="en-US" sz="1800" kern="100" dirty="0" err="1">
                <a:solidFill>
                  <a:schemeClr val="bg1"/>
                </a:solidFill>
                <a:effectLst/>
                <a:latin typeface="Aptos" panose="020B0004020202020204" pitchFamily="34" charset="0"/>
                <a:ea typeface="Aptos" panose="020B0004020202020204" pitchFamily="34" charset="0"/>
                <a:cs typeface="Arial" panose="020B0604020202020204" pitchFamily="34" charset="0"/>
              </a:rPr>
              <a:t>CatBoost</a:t>
            </a: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 </a:t>
            </a:r>
            <a:r>
              <a:rPr lang="en-US" sz="1800" kern="100" dirty="0" err="1">
                <a:solidFill>
                  <a:schemeClr val="bg1"/>
                </a:solidFill>
                <a:effectLst/>
                <a:latin typeface="Aptos" panose="020B0004020202020204" pitchFamily="34" charset="0"/>
                <a:ea typeface="Aptos" panose="020B0004020202020204" pitchFamily="34" charset="0"/>
                <a:cs typeface="Arial" panose="020B0604020202020204" pitchFamily="34" charset="0"/>
              </a:rPr>
              <a:t>XGBoost</a:t>
            </a: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 and </a:t>
            </a:r>
            <a:r>
              <a:rPr lang="en-US" sz="1800" kern="100" dirty="0" err="1">
                <a:solidFill>
                  <a:schemeClr val="bg1"/>
                </a:solidFill>
                <a:effectLst/>
                <a:latin typeface="Aptos" panose="020B0004020202020204" pitchFamily="34" charset="0"/>
                <a:ea typeface="Aptos" panose="020B0004020202020204" pitchFamily="34" charset="0"/>
                <a:cs typeface="Arial" panose="020B0604020202020204" pitchFamily="34" charset="0"/>
              </a:rPr>
              <a:t>LightGBM</a:t>
            </a: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—to perform intrusion detection based on the preprocessed data.</a:t>
            </a:r>
          </a:p>
          <a:p>
            <a:pPr marL="0" marR="0">
              <a:lnSpc>
                <a:spcPct val="115000"/>
              </a:lnSpc>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 </a:t>
            </a:r>
          </a:p>
          <a:p>
            <a:pPr marL="0" marR="0">
              <a:lnSpc>
                <a:spcPct val="115000"/>
              </a:lnSpc>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FR6.	The machine learning models must be evaluated using standard performance metrics such as accuracy, precision, recall, F1-score, and ROC-AUC to validate their effectiveness.</a:t>
            </a:r>
          </a:p>
          <a:p>
            <a:pPr marL="0" marR="0">
              <a:lnSpc>
                <a:spcPct val="115000"/>
              </a:lnSpc>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 </a:t>
            </a:r>
          </a:p>
          <a:p>
            <a:pPr marL="0" marR="0">
              <a:lnSpc>
                <a:spcPct val="115000"/>
              </a:lnSpc>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FR7.	A Django-based web application must be implemented, providing an interactive platform for users to upload files, view analysis results, and monitor system status.</a:t>
            </a:r>
          </a:p>
          <a:p>
            <a:pPr marL="0" marR="0">
              <a:lnSpc>
                <a:spcPct val="115000"/>
              </a:lnSpc>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 </a:t>
            </a:r>
          </a:p>
        </p:txBody>
      </p:sp>
    </p:spTree>
    <p:extLst>
      <p:ext uri="{BB962C8B-B14F-4D97-AF65-F5344CB8AC3E}">
        <p14:creationId xmlns:p14="http://schemas.microsoft.com/office/powerpoint/2010/main" val="3071297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9585E-5FF9-7E1E-C886-0CFD4B60B6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0C90C-7E28-ABF2-C499-4DFFFE685D45}"/>
              </a:ext>
            </a:extLst>
          </p:cNvPr>
          <p:cNvSpPr>
            <a:spLocks noGrp="1" noRot="1" noMove="1" noResize="1" noEditPoints="1" noAdjustHandles="1" noChangeArrowheads="1" noChangeShapeType="1"/>
          </p:cNvSpPr>
          <p:nvPr>
            <p:ph type="title"/>
          </p:nvPr>
        </p:nvSpPr>
        <p:spPr>
          <a:xfrm>
            <a:off x="838200" y="365125"/>
            <a:ext cx="4157133" cy="1325563"/>
          </a:xfr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lstStyle/>
          <a:p>
            <a:r>
              <a:rPr lang="en-US"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FUNCTIONAL REQUIREMENTS</a:t>
            </a:r>
          </a:p>
        </p:txBody>
      </p:sp>
      <p:sp>
        <p:nvSpPr>
          <p:cNvPr id="6" name="TextBox 5">
            <a:extLst>
              <a:ext uri="{FF2B5EF4-FFF2-40B4-BE49-F238E27FC236}">
                <a16:creationId xmlns:a16="http://schemas.microsoft.com/office/drawing/2014/main" id="{61086934-8152-BC2C-93E0-EF8791B5BB35}"/>
              </a:ext>
            </a:extLst>
          </p:cNvPr>
          <p:cNvSpPr txBox="1">
            <a:spLocks noGrp="1" noRot="1" noMove="1" noResize="1" noEditPoints="1" noAdjustHandles="1" noChangeArrowheads="1" noChangeShapeType="1"/>
          </p:cNvSpPr>
          <p:nvPr/>
        </p:nvSpPr>
        <p:spPr>
          <a:xfrm>
            <a:off x="5825068" y="1629295"/>
            <a:ext cx="6096000" cy="2830198"/>
          </a:xfrm>
          <a:prstGeom prst="rect">
            <a:avLst/>
          </a:prstGeom>
          <a:noFill/>
        </p:spPr>
        <p:txBody>
          <a:bodyPr wrap="square">
            <a:spAutoFit/>
          </a:bodyPr>
          <a:lstStyle/>
          <a:p>
            <a:pPr marL="0" marR="0">
              <a:lnSpc>
                <a:spcPct val="115000"/>
              </a:lnSpc>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  FR8.	The system must present the analysis outcomes clearly, including traffic classification (normal/malicious), intrusion likelihood scores, affected IP addresses, involved protocols, and visual representations of traffic patterns.</a:t>
            </a:r>
          </a:p>
          <a:p>
            <a:pPr marL="0" marR="0">
              <a:lnSpc>
                <a:spcPct val="115000"/>
              </a:lnSpc>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 </a:t>
            </a:r>
          </a:p>
          <a:p>
            <a:pPr marL="0" marR="0">
              <a:lnSpc>
                <a:spcPct val="115000"/>
              </a:lnSpc>
              <a:spcAft>
                <a:spcPts val="800"/>
              </a:spcAft>
            </a:pPr>
            <a:r>
              <a:rPr lang="en-US" sz="1800" kern="100" dirty="0">
                <a:solidFill>
                  <a:schemeClr val="bg1"/>
                </a:solidFill>
                <a:effectLst/>
                <a:latin typeface="Aptos" panose="020B0004020202020204" pitchFamily="34" charset="0"/>
                <a:ea typeface="Aptos" panose="020B0004020202020204" pitchFamily="34" charset="0"/>
                <a:cs typeface="Arial" panose="020B0604020202020204" pitchFamily="34" charset="0"/>
              </a:rPr>
              <a:t>FR9.	The system must incorporate robust error-handling measures to detect invalid or unsupported files and provide informative feedback to users.</a:t>
            </a:r>
          </a:p>
        </p:txBody>
      </p:sp>
    </p:spTree>
    <p:extLst>
      <p:ext uri="{BB962C8B-B14F-4D97-AF65-F5344CB8AC3E}">
        <p14:creationId xmlns:p14="http://schemas.microsoft.com/office/powerpoint/2010/main" val="1339173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6F315D-5EA1-FCDC-7408-0AB9D39A27B4}"/>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81110" y="2857922"/>
            <a:ext cx="11829779" cy="3026411"/>
          </a:xfrm>
          <a:prstGeom prst="rect">
            <a:avLst/>
          </a:prstGeom>
        </p:spPr>
      </p:pic>
      <p:sp>
        <p:nvSpPr>
          <p:cNvPr id="3" name="TextBox 2">
            <a:extLst>
              <a:ext uri="{FF2B5EF4-FFF2-40B4-BE49-F238E27FC236}">
                <a16:creationId xmlns:a16="http://schemas.microsoft.com/office/drawing/2014/main" id="{1537351C-9BB6-5EE2-3ECB-0508162E18CC}"/>
              </a:ext>
            </a:extLst>
          </p:cNvPr>
          <p:cNvSpPr txBox="1">
            <a:spLocks noGrp="1" noRot="1" noMove="1" noResize="1" noEditPoints="1" noAdjustHandles="1" noChangeArrowheads="1" noChangeShapeType="1"/>
          </p:cNvSpPr>
          <p:nvPr/>
        </p:nvSpPr>
        <p:spPr>
          <a:xfrm>
            <a:off x="474980" y="421901"/>
            <a:ext cx="3835399" cy="144655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a:spAutoFit/>
          </a:bodyPr>
          <a:lstStyle/>
          <a:p>
            <a:pPr marL="0" marR="0" algn="ctr"/>
            <a:r>
              <a:rPr lang="en-US" sz="44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Project Schedule</a:t>
            </a:r>
            <a:endParaRPr lang="en-US" sz="44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endParaRPr>
          </a:p>
        </p:txBody>
      </p:sp>
    </p:spTree>
    <p:extLst>
      <p:ext uri="{BB962C8B-B14F-4D97-AF65-F5344CB8AC3E}">
        <p14:creationId xmlns:p14="http://schemas.microsoft.com/office/powerpoint/2010/main" val="1810608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DC2AA-C612-4867-F21F-8B36DBD141EF}"/>
              </a:ext>
            </a:extLst>
          </p:cNvPr>
          <p:cNvSpPr>
            <a:spLocks noGrp="1" noRot="1" noMove="1" noResize="1" noEditPoints="1" noAdjustHandles="1" noChangeArrowheads="1" noChangeShapeType="1"/>
          </p:cNvSpPr>
          <p:nvPr>
            <p:ph type="title"/>
          </p:nvPr>
        </p:nvSpPr>
        <p:spPr>
          <a:xfrm>
            <a:off x="838201" y="365125"/>
            <a:ext cx="1854200" cy="1582208"/>
          </a:xfr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normAutofit/>
          </a:bodyPr>
          <a:lstStyle/>
          <a:p>
            <a:r>
              <a:rPr lang="en-US" sz="28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USE</a:t>
            </a:r>
            <a:br>
              <a:rPr lang="en-US" sz="28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br>
            <a:r>
              <a:rPr lang="en-US" sz="28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CASE DIAGRAM</a:t>
            </a:r>
          </a:p>
        </p:txBody>
      </p:sp>
      <p:pic>
        <p:nvPicPr>
          <p:cNvPr id="5" name="Picture 4">
            <a:extLst>
              <a:ext uri="{FF2B5EF4-FFF2-40B4-BE49-F238E27FC236}">
                <a16:creationId xmlns:a16="http://schemas.microsoft.com/office/drawing/2014/main" id="{2FDB4548-EAF8-AA5B-C152-596C79F1C0A6}"/>
              </a:ext>
            </a:extLst>
          </p:cNvPr>
          <p:cNvPicPr>
            <a:picLocks noGrp="1" noRot="1" noChangeAspect="1" noMove="1" noResize="1" noEditPoints="1" noAdjustHandles="1" noChangeArrowheads="1" noChangeShapeType="1" noCrop="1"/>
          </p:cNvPicPr>
          <p:nvPr/>
        </p:nvPicPr>
        <p:blipFill>
          <a:blip r:embed="rId2"/>
          <a:stretch>
            <a:fillRect/>
          </a:stretch>
        </p:blipFill>
        <p:spPr>
          <a:xfrm>
            <a:off x="3035359" y="0"/>
            <a:ext cx="8390347" cy="6759526"/>
          </a:xfrm>
          <a:prstGeom prst="rect">
            <a:avLst/>
          </a:prstGeom>
        </p:spPr>
      </p:pic>
    </p:spTree>
    <p:extLst>
      <p:ext uri="{BB962C8B-B14F-4D97-AF65-F5344CB8AC3E}">
        <p14:creationId xmlns:p14="http://schemas.microsoft.com/office/powerpoint/2010/main" val="3104283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766D55-5BD8-0CA1-BA9E-9C30435E2931}"/>
              </a:ext>
            </a:extLst>
          </p:cNvPr>
          <p:cNvPicPr>
            <a:picLocks noChangeAspect="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3">
                    <a14:imgEffect>
                      <a14:sharpenSoften amount="50000"/>
                    </a14:imgEffect>
                    <a14:imgEffect>
                      <a14:saturation sat="0"/>
                    </a14:imgEffect>
                  </a14:imgLayer>
                </a14:imgProps>
              </a:ext>
              <a:ext uri="{28A0092B-C50C-407E-A947-70E740481C1C}">
                <a14:useLocalDpi xmlns:a14="http://schemas.microsoft.com/office/drawing/2010/main" val="0"/>
              </a:ext>
            </a:extLst>
          </a:blip>
          <a:stretch>
            <a:fillRect/>
          </a:stretch>
        </p:blipFill>
        <p:spPr>
          <a:xfrm>
            <a:off x="4156603" y="631825"/>
            <a:ext cx="7248525" cy="5238750"/>
          </a:xfrm>
          <a:prstGeom prst="rect">
            <a:avLst/>
          </a:prstGeom>
        </p:spPr>
      </p:pic>
      <p:sp>
        <p:nvSpPr>
          <p:cNvPr id="5" name="TextBox 4">
            <a:extLst>
              <a:ext uri="{FF2B5EF4-FFF2-40B4-BE49-F238E27FC236}">
                <a16:creationId xmlns:a16="http://schemas.microsoft.com/office/drawing/2014/main" id="{46C3F9A4-61DA-9094-77BB-D719F6B34C5F}"/>
              </a:ext>
            </a:extLst>
          </p:cNvPr>
          <p:cNvSpPr txBox="1">
            <a:spLocks noGrp="1" noRot="1" noMove="1" noResize="1" noEditPoints="1" noAdjustHandles="1" noChangeArrowheads="1" noChangeShapeType="1"/>
          </p:cNvSpPr>
          <p:nvPr/>
        </p:nvSpPr>
        <p:spPr>
          <a:xfrm>
            <a:off x="389467" y="430369"/>
            <a:ext cx="3835399" cy="954107"/>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a:spAutoFit/>
          </a:bodyPr>
          <a:lstStyle/>
          <a:p>
            <a:pPr marL="0" marR="0" algn="ctr"/>
            <a:r>
              <a:rPr lang="en-US" sz="28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rPr>
              <a:t>Architecture Design</a:t>
            </a:r>
          </a:p>
        </p:txBody>
      </p:sp>
    </p:spTree>
    <p:extLst>
      <p:ext uri="{BB962C8B-B14F-4D97-AF65-F5344CB8AC3E}">
        <p14:creationId xmlns:p14="http://schemas.microsoft.com/office/powerpoint/2010/main" val="1969973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2A61C5-7E4A-C3DF-23A0-BCC4C93783CA}"/>
              </a:ext>
            </a:extLst>
          </p:cNvPr>
          <p:cNvSpPr txBox="1"/>
          <p:nvPr/>
        </p:nvSpPr>
        <p:spPr>
          <a:xfrm>
            <a:off x="4563534" y="159435"/>
            <a:ext cx="3835399" cy="276999"/>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a:spAutoFit/>
          </a:bodyPr>
          <a:lstStyle/>
          <a:p>
            <a:pPr marL="0" marR="0" algn="ctr"/>
            <a:r>
              <a:rPr lang="en-US" sz="12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rPr>
              <a:t>Sequence Diagram</a:t>
            </a:r>
            <a:endParaRPr lang="en-US" sz="16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endParaRPr>
          </a:p>
        </p:txBody>
      </p:sp>
      <p:pic>
        <p:nvPicPr>
          <p:cNvPr id="11" name="Picture 10">
            <a:extLst>
              <a:ext uri="{FF2B5EF4-FFF2-40B4-BE49-F238E27FC236}">
                <a16:creationId xmlns:a16="http://schemas.microsoft.com/office/drawing/2014/main" id="{CF06E92E-6F2C-2D1F-CE84-883A3433006E}"/>
              </a:ext>
            </a:extLst>
          </p:cNvPr>
          <p:cNvPicPr>
            <a:picLocks noChangeAspect="1"/>
          </p:cNvPicPr>
          <p:nvPr/>
        </p:nvPicPr>
        <p:blipFill>
          <a:blip r:embed="rId2"/>
          <a:stretch>
            <a:fillRect/>
          </a:stretch>
        </p:blipFill>
        <p:spPr>
          <a:xfrm>
            <a:off x="0" y="466814"/>
            <a:ext cx="12192000" cy="5924371"/>
          </a:xfrm>
          <a:prstGeom prst="rect">
            <a:avLst/>
          </a:prstGeom>
        </p:spPr>
      </p:pic>
    </p:spTree>
    <p:extLst>
      <p:ext uri="{BB962C8B-B14F-4D97-AF65-F5344CB8AC3E}">
        <p14:creationId xmlns:p14="http://schemas.microsoft.com/office/powerpoint/2010/main" val="3374749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D6FC2-F7F4-5915-243F-70F875F6EE5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D240D8E-F50F-67D0-390D-E26C1FA08AFD}"/>
              </a:ext>
            </a:extLst>
          </p:cNvPr>
          <p:cNvSpPr txBox="1"/>
          <p:nvPr/>
        </p:nvSpPr>
        <p:spPr>
          <a:xfrm>
            <a:off x="4563534" y="159435"/>
            <a:ext cx="3835399" cy="276999"/>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a:spAutoFit/>
          </a:bodyPr>
          <a:lstStyle/>
          <a:p>
            <a:pPr marL="0" marR="0" algn="ctr"/>
            <a:r>
              <a:rPr lang="en-US" sz="12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rPr>
              <a:t>Sequence Diagram</a:t>
            </a:r>
            <a:endParaRPr lang="en-US" sz="16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endParaRPr>
          </a:p>
        </p:txBody>
      </p:sp>
      <p:pic>
        <p:nvPicPr>
          <p:cNvPr id="4" name="Picture 3">
            <a:extLst>
              <a:ext uri="{FF2B5EF4-FFF2-40B4-BE49-F238E27FC236}">
                <a16:creationId xmlns:a16="http://schemas.microsoft.com/office/drawing/2014/main" id="{D4E8BFA0-5630-BA2D-303B-6573C84BBBD6}"/>
              </a:ext>
            </a:extLst>
          </p:cNvPr>
          <p:cNvPicPr>
            <a:picLocks noChangeAspect="1"/>
          </p:cNvPicPr>
          <p:nvPr/>
        </p:nvPicPr>
        <p:blipFill>
          <a:blip r:embed="rId2"/>
          <a:stretch>
            <a:fillRect/>
          </a:stretch>
        </p:blipFill>
        <p:spPr>
          <a:xfrm>
            <a:off x="0" y="634468"/>
            <a:ext cx="12192000" cy="6223532"/>
          </a:xfrm>
          <a:prstGeom prst="rect">
            <a:avLst/>
          </a:prstGeom>
        </p:spPr>
      </p:pic>
    </p:spTree>
    <p:extLst>
      <p:ext uri="{BB962C8B-B14F-4D97-AF65-F5344CB8AC3E}">
        <p14:creationId xmlns:p14="http://schemas.microsoft.com/office/powerpoint/2010/main" val="17953033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3A5D0-826E-9833-C2BC-4BE277843EB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6518BB6-568E-4245-562D-71AC9A7435C8}"/>
              </a:ext>
            </a:extLst>
          </p:cNvPr>
          <p:cNvSpPr txBox="1"/>
          <p:nvPr/>
        </p:nvSpPr>
        <p:spPr>
          <a:xfrm>
            <a:off x="4563534" y="159435"/>
            <a:ext cx="3835399" cy="276999"/>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a:spAutoFit/>
          </a:bodyPr>
          <a:lstStyle/>
          <a:p>
            <a:pPr marL="0" marR="0" algn="ctr"/>
            <a:r>
              <a:rPr lang="en-US" sz="12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rPr>
              <a:t>Sequence Diagram</a:t>
            </a:r>
            <a:endParaRPr lang="en-US" sz="16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endParaRPr>
          </a:p>
        </p:txBody>
      </p:sp>
      <p:pic>
        <p:nvPicPr>
          <p:cNvPr id="5" name="Picture 4">
            <a:extLst>
              <a:ext uri="{FF2B5EF4-FFF2-40B4-BE49-F238E27FC236}">
                <a16:creationId xmlns:a16="http://schemas.microsoft.com/office/drawing/2014/main" id="{3BA9667A-729D-4DED-5964-AE8ED22C1151}"/>
              </a:ext>
            </a:extLst>
          </p:cNvPr>
          <p:cNvPicPr>
            <a:picLocks noChangeAspect="1"/>
          </p:cNvPicPr>
          <p:nvPr/>
        </p:nvPicPr>
        <p:blipFill>
          <a:blip r:embed="rId2"/>
          <a:stretch>
            <a:fillRect/>
          </a:stretch>
        </p:blipFill>
        <p:spPr>
          <a:xfrm>
            <a:off x="0" y="732299"/>
            <a:ext cx="12192000" cy="5884467"/>
          </a:xfrm>
          <a:prstGeom prst="rect">
            <a:avLst/>
          </a:prstGeom>
        </p:spPr>
      </p:pic>
    </p:spTree>
    <p:extLst>
      <p:ext uri="{BB962C8B-B14F-4D97-AF65-F5344CB8AC3E}">
        <p14:creationId xmlns:p14="http://schemas.microsoft.com/office/powerpoint/2010/main" val="1604579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BBC21F-DF39-68A5-2A43-FD8368E3D60C}"/>
              </a:ext>
            </a:extLst>
          </p:cNvPr>
          <p:cNvPicPr>
            <a:picLocks noChangeAspect="1"/>
          </p:cNvPicPr>
          <p:nvPr/>
        </p:nvPicPr>
        <p:blipFill>
          <a:blip r:embed="rId2"/>
          <a:stretch>
            <a:fillRect/>
          </a:stretch>
        </p:blipFill>
        <p:spPr>
          <a:xfrm>
            <a:off x="0" y="-37632"/>
            <a:ext cx="10860091" cy="6895632"/>
          </a:xfrm>
          <a:prstGeom prst="rect">
            <a:avLst/>
          </a:prstGeom>
        </p:spPr>
      </p:pic>
      <p:sp>
        <p:nvSpPr>
          <p:cNvPr id="4" name="TextBox 3">
            <a:extLst>
              <a:ext uri="{FF2B5EF4-FFF2-40B4-BE49-F238E27FC236}">
                <a16:creationId xmlns:a16="http://schemas.microsoft.com/office/drawing/2014/main" id="{0D548C8D-983C-AF74-0CBF-DC15E04A3E0A}"/>
              </a:ext>
            </a:extLst>
          </p:cNvPr>
          <p:cNvSpPr txBox="1"/>
          <p:nvPr/>
        </p:nvSpPr>
        <p:spPr>
          <a:xfrm>
            <a:off x="7958667" y="811369"/>
            <a:ext cx="3835399" cy="276999"/>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a:spAutoFit/>
          </a:bodyPr>
          <a:lstStyle/>
          <a:p>
            <a:pPr marL="0" marR="0" algn="ctr"/>
            <a:r>
              <a:rPr lang="en-US" sz="1200" dirty="0">
                <a:solidFill>
                  <a:schemeClr val="bg1"/>
                </a:solidFill>
                <a:latin typeface="Cascadia Mono" panose="020B0609020000020004" pitchFamily="49" charset="0"/>
                <a:ea typeface="Cascadia Mono" panose="020B0609020000020004" pitchFamily="49" charset="0"/>
                <a:cs typeface="Cascadia Mono" panose="020B0609020000020004" pitchFamily="49" charset="0"/>
              </a:rPr>
              <a:t>Class </a:t>
            </a:r>
            <a:r>
              <a:rPr lang="en-US" sz="12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rPr>
              <a:t>Diagram</a:t>
            </a:r>
            <a:endParaRPr lang="en-US" sz="16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endParaRPr>
          </a:p>
        </p:txBody>
      </p:sp>
    </p:spTree>
    <p:extLst>
      <p:ext uri="{BB962C8B-B14F-4D97-AF65-F5344CB8AC3E}">
        <p14:creationId xmlns:p14="http://schemas.microsoft.com/office/powerpoint/2010/main" val="4277620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B7E006F-7570-CC02-FB91-84277D5B2A65}"/>
              </a:ext>
            </a:extLst>
          </p:cNvPr>
          <p:cNvPicPr>
            <a:picLocks noChangeAspect="1"/>
          </p:cNvPicPr>
          <p:nvPr/>
        </p:nvPicPr>
        <p:blipFill>
          <a:blip r:embed="rId2"/>
          <a:stretch>
            <a:fillRect/>
          </a:stretch>
        </p:blipFill>
        <p:spPr>
          <a:xfrm>
            <a:off x="3855052" y="0"/>
            <a:ext cx="8258027" cy="6858000"/>
          </a:xfrm>
          <a:prstGeom prst="rect">
            <a:avLst/>
          </a:prstGeom>
        </p:spPr>
      </p:pic>
      <p:sp>
        <p:nvSpPr>
          <p:cNvPr id="5" name="TextBox 4">
            <a:extLst>
              <a:ext uri="{FF2B5EF4-FFF2-40B4-BE49-F238E27FC236}">
                <a16:creationId xmlns:a16="http://schemas.microsoft.com/office/drawing/2014/main" id="{73855135-C538-CFF8-F3C9-6A9F74DFFE39}"/>
              </a:ext>
            </a:extLst>
          </p:cNvPr>
          <p:cNvSpPr txBox="1"/>
          <p:nvPr/>
        </p:nvSpPr>
        <p:spPr>
          <a:xfrm>
            <a:off x="160867" y="362636"/>
            <a:ext cx="3694185" cy="1077218"/>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a:spAutoFit/>
          </a:bodyPr>
          <a:lstStyle/>
          <a:p>
            <a:pPr marL="0" marR="0" algn="ctr"/>
            <a:r>
              <a:rPr lang="en-US" sz="3200" dirty="0"/>
              <a:t>Entity-Relationship Diagram</a:t>
            </a:r>
            <a:endParaRPr lang="en-US" sz="16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endParaRPr>
          </a:p>
        </p:txBody>
      </p:sp>
    </p:spTree>
    <p:extLst>
      <p:ext uri="{BB962C8B-B14F-4D97-AF65-F5344CB8AC3E}">
        <p14:creationId xmlns:p14="http://schemas.microsoft.com/office/powerpoint/2010/main" val="1752282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565DFF-FAD8-7FDC-76EC-514008C9A7A8}"/>
              </a:ext>
            </a:extLst>
          </p:cNvPr>
          <p:cNvSpPr txBox="1"/>
          <p:nvPr/>
        </p:nvSpPr>
        <p:spPr>
          <a:xfrm>
            <a:off x="160867" y="362636"/>
            <a:ext cx="3694185" cy="584775"/>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a:spAutoFit/>
          </a:bodyPr>
          <a:lstStyle/>
          <a:p>
            <a:pPr marL="0" marR="0" algn="ctr"/>
            <a:r>
              <a:rPr lang="en-US" sz="3200" dirty="0"/>
              <a:t>Database Diagram</a:t>
            </a:r>
            <a:endParaRPr lang="en-US" sz="16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endParaRPr>
          </a:p>
        </p:txBody>
      </p:sp>
      <p:pic>
        <p:nvPicPr>
          <p:cNvPr id="5" name="Picture 4">
            <a:extLst>
              <a:ext uri="{FF2B5EF4-FFF2-40B4-BE49-F238E27FC236}">
                <a16:creationId xmlns:a16="http://schemas.microsoft.com/office/drawing/2014/main" id="{192F1C37-07AE-A9C8-475E-2A4C6AD56EBD}"/>
              </a:ext>
            </a:extLst>
          </p:cNvPr>
          <p:cNvPicPr>
            <a:picLocks noChangeAspect="1"/>
          </p:cNvPicPr>
          <p:nvPr/>
        </p:nvPicPr>
        <p:blipFill>
          <a:blip r:embed="rId2"/>
          <a:stretch>
            <a:fillRect/>
          </a:stretch>
        </p:blipFill>
        <p:spPr>
          <a:xfrm>
            <a:off x="5307691" y="0"/>
            <a:ext cx="5047949" cy="6858000"/>
          </a:xfrm>
          <a:prstGeom prst="rect">
            <a:avLst/>
          </a:prstGeom>
        </p:spPr>
      </p:pic>
    </p:spTree>
    <p:extLst>
      <p:ext uri="{BB962C8B-B14F-4D97-AF65-F5344CB8AC3E}">
        <p14:creationId xmlns:p14="http://schemas.microsoft.com/office/powerpoint/2010/main" val="37401867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0BEC1-C8E4-C369-5E72-0990D097A20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C98D1E1-92F8-803C-4E78-C97C74795172}"/>
              </a:ext>
            </a:extLst>
          </p:cNvPr>
          <p:cNvSpPr txBox="1"/>
          <p:nvPr/>
        </p:nvSpPr>
        <p:spPr>
          <a:xfrm>
            <a:off x="160867" y="362636"/>
            <a:ext cx="3694185" cy="584775"/>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a:spAutoFit/>
          </a:bodyPr>
          <a:lstStyle/>
          <a:p>
            <a:pPr marL="0" marR="0" algn="ctr"/>
            <a:r>
              <a:rPr lang="en-US" sz="3200" dirty="0"/>
              <a:t>Database Diagram</a:t>
            </a:r>
            <a:endParaRPr lang="en-US" sz="16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endParaRPr>
          </a:p>
        </p:txBody>
      </p:sp>
      <p:pic>
        <p:nvPicPr>
          <p:cNvPr id="4" name="Picture 3">
            <a:extLst>
              <a:ext uri="{FF2B5EF4-FFF2-40B4-BE49-F238E27FC236}">
                <a16:creationId xmlns:a16="http://schemas.microsoft.com/office/drawing/2014/main" id="{8EFB3F76-433D-66EE-BC09-AC4262646695}"/>
              </a:ext>
            </a:extLst>
          </p:cNvPr>
          <p:cNvPicPr>
            <a:picLocks noChangeAspect="1"/>
          </p:cNvPicPr>
          <p:nvPr/>
        </p:nvPicPr>
        <p:blipFill>
          <a:blip r:embed="rId2"/>
          <a:stretch>
            <a:fillRect/>
          </a:stretch>
        </p:blipFill>
        <p:spPr>
          <a:xfrm>
            <a:off x="5167386" y="0"/>
            <a:ext cx="5201410" cy="6858000"/>
          </a:xfrm>
          <a:prstGeom prst="rect">
            <a:avLst/>
          </a:prstGeom>
        </p:spPr>
      </p:pic>
    </p:spTree>
    <p:extLst>
      <p:ext uri="{BB962C8B-B14F-4D97-AF65-F5344CB8AC3E}">
        <p14:creationId xmlns:p14="http://schemas.microsoft.com/office/powerpoint/2010/main" val="1013934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BA766B-EC52-62C8-B7DF-F5948B7F3594}"/>
              </a:ext>
            </a:extLst>
          </p:cNvPr>
          <p:cNvSpPr txBox="1"/>
          <p:nvPr/>
        </p:nvSpPr>
        <p:spPr>
          <a:xfrm>
            <a:off x="3462867" y="2199903"/>
            <a:ext cx="5012266" cy="144655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a:spAutoFit/>
          </a:bodyPr>
          <a:lstStyle/>
          <a:p>
            <a:pPr marL="0" marR="0" algn="ctr"/>
            <a:r>
              <a:rPr lang="en-US" sz="4400" dirty="0">
                <a:latin typeface="Cascadia Mono" panose="020B0609020000020004" pitchFamily="49" charset="0"/>
                <a:ea typeface="Cascadia Mono" panose="020B0609020000020004" pitchFamily="49" charset="0"/>
                <a:cs typeface="Cascadia Mono" panose="020B0609020000020004" pitchFamily="49" charset="0"/>
              </a:rPr>
              <a:t>USER INTERFACE IMAGES</a:t>
            </a:r>
            <a:endParaRPr lang="en-US" sz="44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endParaRPr>
          </a:p>
        </p:txBody>
      </p:sp>
    </p:spTree>
    <p:extLst>
      <p:ext uri="{BB962C8B-B14F-4D97-AF65-F5344CB8AC3E}">
        <p14:creationId xmlns:p14="http://schemas.microsoft.com/office/powerpoint/2010/main" val="2967500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screenshot of a computer&#10;&#10;AI-generated content may be incorrect.">
            <a:extLst>
              <a:ext uri="{FF2B5EF4-FFF2-40B4-BE49-F238E27FC236}">
                <a16:creationId xmlns:a16="http://schemas.microsoft.com/office/drawing/2014/main" id="{87C13E24-6A23-1768-9F1D-22F54354A2AA}"/>
              </a:ext>
            </a:extLst>
          </p:cNvPr>
          <p:cNvPicPr>
            <a:picLocks noChangeAspect="1"/>
          </p:cNvPicPr>
          <p:nvPr/>
        </p:nvPicPr>
        <p:blipFill>
          <a:blip r:embed="rId2" cstate="print">
            <a:extLst>
              <a:ext uri="{28A0092B-C50C-407E-A947-70E740481C1C}">
                <a14:useLocalDpi xmlns:a14="http://schemas.microsoft.com/office/drawing/2010/main" val="0"/>
              </a:ext>
            </a:extLst>
          </a:blip>
          <a:srcRect b="14138"/>
          <a:stretch/>
        </p:blipFill>
        <p:spPr bwMode="auto">
          <a:xfrm>
            <a:off x="20" y="1282"/>
            <a:ext cx="12191980" cy="6856718"/>
          </a:xfrm>
          <a:prstGeom prst="rect">
            <a:avLst/>
          </a:prstGeom>
          <a:noFill/>
        </p:spPr>
      </p:pic>
    </p:spTree>
    <p:extLst>
      <p:ext uri="{BB962C8B-B14F-4D97-AF65-F5344CB8AC3E}">
        <p14:creationId xmlns:p14="http://schemas.microsoft.com/office/powerpoint/2010/main" val="2098927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descr="A screenshot of a computer&#10;&#10;AI-generated content may be incorrect.">
            <a:extLst>
              <a:ext uri="{FF2B5EF4-FFF2-40B4-BE49-F238E27FC236}">
                <a16:creationId xmlns:a16="http://schemas.microsoft.com/office/drawing/2014/main" id="{86A8EECC-4480-5ABD-070B-D418FAECE44C}"/>
              </a:ext>
            </a:extLst>
          </p:cNvPr>
          <p:cNvPicPr>
            <a:picLocks noChangeAspect="1"/>
          </p:cNvPicPr>
          <p:nvPr/>
        </p:nvPicPr>
        <p:blipFill>
          <a:blip r:embed="rId2" cstate="print">
            <a:extLst>
              <a:ext uri="{28A0092B-C50C-407E-A947-70E740481C1C}">
                <a14:useLocalDpi xmlns:a14="http://schemas.microsoft.com/office/drawing/2010/main" val="0"/>
              </a:ext>
            </a:extLst>
          </a:blip>
          <a:srcRect r="425" b="-1"/>
          <a:stretch/>
        </p:blipFill>
        <p:spPr bwMode="auto">
          <a:xfrm>
            <a:off x="20" y="1282"/>
            <a:ext cx="12191980" cy="6856718"/>
          </a:xfrm>
          <a:prstGeom prst="rect">
            <a:avLst/>
          </a:prstGeom>
          <a:noFill/>
        </p:spPr>
      </p:pic>
    </p:spTree>
    <p:extLst>
      <p:ext uri="{BB962C8B-B14F-4D97-AF65-F5344CB8AC3E}">
        <p14:creationId xmlns:p14="http://schemas.microsoft.com/office/powerpoint/2010/main" val="20742337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E4481D-C48B-F911-B48E-36A12C9683F9}"/>
              </a:ext>
            </a:extLst>
          </p:cNvPr>
          <p:cNvPicPr>
            <a:picLocks noChangeAspect="1"/>
          </p:cNvPicPr>
          <p:nvPr/>
        </p:nvPicPr>
        <p:blipFill>
          <a:blip r:embed="rId2"/>
          <a:stretch>
            <a:fillRect/>
          </a:stretch>
        </p:blipFill>
        <p:spPr>
          <a:xfrm>
            <a:off x="328909" y="0"/>
            <a:ext cx="11534182" cy="6858000"/>
          </a:xfrm>
          <a:prstGeom prst="rect">
            <a:avLst/>
          </a:prstGeom>
        </p:spPr>
      </p:pic>
    </p:spTree>
    <p:extLst>
      <p:ext uri="{BB962C8B-B14F-4D97-AF65-F5344CB8AC3E}">
        <p14:creationId xmlns:p14="http://schemas.microsoft.com/office/powerpoint/2010/main" val="9577045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id="{645B90B5-E846-BD1C-9E55-6A984243F9CA}"/>
              </a:ext>
            </a:extLst>
          </p:cNvPr>
          <p:cNvPicPr>
            <a:picLocks noGrp="1" noRot="1" noChangeAspect="1" noMove="1" noResize="1" noEditPoints="1" noAdjustHandles="1" noChangeArrowheads="1" noChangeShapeType="1" noCrop="1"/>
          </p:cNvPicPr>
          <p:nvPr/>
        </p:nvPicPr>
        <p:blipFill>
          <a:blip r:embed="rId2"/>
          <a:srcRect t="144" b="317"/>
          <a:stretch>
            <a:fillRect/>
          </a:stretch>
        </p:blipFill>
        <p:spPr>
          <a:xfrm>
            <a:off x="20" y="1282"/>
            <a:ext cx="12191980" cy="6856718"/>
          </a:xfrm>
          <a:prstGeom prst="rect">
            <a:avLst/>
          </a:prstGeom>
        </p:spPr>
      </p:pic>
    </p:spTree>
    <p:extLst>
      <p:ext uri="{BB962C8B-B14F-4D97-AF65-F5344CB8AC3E}">
        <p14:creationId xmlns:p14="http://schemas.microsoft.com/office/powerpoint/2010/main" val="8654259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descr="A screenshot of a computer&#10;&#10;AI-generated content may be incorrect.">
            <a:extLst>
              <a:ext uri="{FF2B5EF4-FFF2-40B4-BE49-F238E27FC236}">
                <a16:creationId xmlns:a16="http://schemas.microsoft.com/office/drawing/2014/main" id="{7D3E4991-6080-A47C-297E-E3F495C9FEC0}"/>
              </a:ext>
            </a:extLst>
          </p:cNvPr>
          <p:cNvPicPr>
            <a:picLocks noGrp="1" noRot="1" noChangeAspect="1" noMove="1" noResize="1" noEditPoints="1" noAdjustHandles="1" noChangeArrowheads="1" noChangeShapeType="1" noCrop="1"/>
          </p:cNvPicPr>
          <p:nvPr/>
        </p:nvPicPr>
        <p:blipFill>
          <a:blip r:embed="rId2"/>
          <a:srcRect b="1334"/>
          <a:stretch>
            <a:fillRect/>
          </a:stretch>
        </p:blipFill>
        <p:spPr>
          <a:xfrm>
            <a:off x="20" y="1282"/>
            <a:ext cx="12191980" cy="6856718"/>
          </a:xfrm>
          <a:prstGeom prst="rect">
            <a:avLst/>
          </a:prstGeom>
        </p:spPr>
      </p:pic>
    </p:spTree>
    <p:extLst>
      <p:ext uri="{BB962C8B-B14F-4D97-AF65-F5344CB8AC3E}">
        <p14:creationId xmlns:p14="http://schemas.microsoft.com/office/powerpoint/2010/main" val="11538315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6568A9-96F9-6AC6-1ED2-A886E3D20874}"/>
              </a:ext>
            </a:extLst>
          </p:cNvPr>
          <p:cNvSpPr txBox="1"/>
          <p:nvPr/>
        </p:nvSpPr>
        <p:spPr>
          <a:xfrm>
            <a:off x="3589867" y="2659559"/>
            <a:ext cx="5012266" cy="769441"/>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a:spAutoFit/>
          </a:bodyPr>
          <a:lstStyle/>
          <a:p>
            <a:pPr marL="0" marR="0" algn="ctr"/>
            <a:r>
              <a:rPr lang="en-US" sz="4400" dirty="0">
                <a:latin typeface="Cascadia Mono" panose="020B0609020000020004" pitchFamily="49" charset="0"/>
                <a:ea typeface="Cascadia Mono" panose="020B0609020000020004" pitchFamily="49" charset="0"/>
                <a:cs typeface="Cascadia Mono" panose="020B0609020000020004" pitchFamily="49" charset="0"/>
              </a:rPr>
              <a:t>THANK YOU</a:t>
            </a:r>
            <a:endParaRPr lang="en-US" sz="44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endParaRPr>
          </a:p>
        </p:txBody>
      </p:sp>
      <p:pic>
        <p:nvPicPr>
          <p:cNvPr id="4" name="Picture 3" descr="Like Panda">
            <a:extLst>
              <a:ext uri="{FF2B5EF4-FFF2-40B4-BE49-F238E27FC236}">
                <a16:creationId xmlns:a16="http://schemas.microsoft.com/office/drawing/2014/main" id="{78F9EC67-4CA7-6DF1-DFF4-1CB736BF68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72400" y="1952079"/>
            <a:ext cx="1092200" cy="1092200"/>
          </a:xfrm>
          <a:prstGeom prst="rect">
            <a:avLst/>
          </a:prstGeom>
        </p:spPr>
      </p:pic>
    </p:spTree>
    <p:extLst>
      <p:ext uri="{BB962C8B-B14F-4D97-AF65-F5344CB8AC3E}">
        <p14:creationId xmlns:p14="http://schemas.microsoft.com/office/powerpoint/2010/main" val="33456448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descr="Man in business attire">
            <a:extLst>
              <a:ext uri="{FF2B5EF4-FFF2-40B4-BE49-F238E27FC236}">
                <a16:creationId xmlns:a16="http://schemas.microsoft.com/office/drawing/2014/main" id="{9EFC83A3-8AA7-F1A1-6F7D-FE4D4B35D0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60070" y="3369205"/>
            <a:ext cx="1304925" cy="1762125"/>
          </a:xfrm>
          <a:prstGeom prst="rect">
            <a:avLst/>
          </a:prstGeom>
        </p:spPr>
      </p:pic>
      <p:pic>
        <p:nvPicPr>
          <p:cNvPr id="5" name="Graphic 4" descr="Thought bubble outline">
            <a:extLst>
              <a:ext uri="{FF2B5EF4-FFF2-40B4-BE49-F238E27FC236}">
                <a16:creationId xmlns:a16="http://schemas.microsoft.com/office/drawing/2014/main" id="{E70953CF-9697-4B15-CF01-4E3461FA68E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39533" y="990600"/>
            <a:ext cx="2633133" cy="2633133"/>
          </a:xfrm>
          <a:prstGeom prst="rect">
            <a:avLst/>
          </a:prstGeom>
        </p:spPr>
      </p:pic>
      <p:pic>
        <p:nvPicPr>
          <p:cNvPr id="7" name="Graphic 6" descr="Question Mark with solid fill">
            <a:extLst>
              <a:ext uri="{FF2B5EF4-FFF2-40B4-BE49-F238E27FC236}">
                <a16:creationId xmlns:a16="http://schemas.microsoft.com/office/drawing/2014/main" id="{C94175C2-1E2C-EFF4-55FB-72E6C623234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98899" y="1574800"/>
            <a:ext cx="914400" cy="914400"/>
          </a:xfrm>
          <a:prstGeom prst="rect">
            <a:avLst/>
          </a:prstGeom>
        </p:spPr>
      </p:pic>
      <p:sp>
        <p:nvSpPr>
          <p:cNvPr id="8" name="TextBox 7">
            <a:extLst>
              <a:ext uri="{FF2B5EF4-FFF2-40B4-BE49-F238E27FC236}">
                <a16:creationId xmlns:a16="http://schemas.microsoft.com/office/drawing/2014/main" id="{49B950F6-4FF9-75AC-B5E5-7D2030E7843A}"/>
              </a:ext>
            </a:extLst>
          </p:cNvPr>
          <p:cNvSpPr txBox="1"/>
          <p:nvPr/>
        </p:nvSpPr>
        <p:spPr>
          <a:xfrm>
            <a:off x="6096000" y="2645930"/>
            <a:ext cx="5012266" cy="769441"/>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a:spAutoFit/>
          </a:bodyPr>
          <a:lstStyle/>
          <a:p>
            <a:pPr marL="0" marR="0" algn="ctr"/>
            <a:r>
              <a:rPr lang="en-US" sz="4400" dirty="0">
                <a:latin typeface="Cascadia Mono" panose="020B0609020000020004" pitchFamily="49" charset="0"/>
                <a:ea typeface="Cascadia Mono" panose="020B0609020000020004" pitchFamily="49" charset="0"/>
                <a:cs typeface="Cascadia Mono" panose="020B0609020000020004" pitchFamily="49" charset="0"/>
              </a:rPr>
              <a:t>ANY QUESTION?</a:t>
            </a:r>
            <a:endParaRPr lang="en-US" sz="4400" dirty="0">
              <a:solidFill>
                <a:schemeClr val="bg1"/>
              </a:solidFill>
              <a:effectLst/>
              <a:latin typeface="Cascadia Mono" panose="020B0609020000020004" pitchFamily="49" charset="0"/>
              <a:ea typeface="Cascadia Mono" panose="020B0609020000020004" pitchFamily="49" charset="0"/>
              <a:cs typeface="Cascadia Mono" panose="020B0609020000020004" pitchFamily="49" charset="0"/>
            </a:endParaRPr>
          </a:p>
        </p:txBody>
      </p:sp>
    </p:spTree>
    <p:extLst>
      <p:ext uri="{BB962C8B-B14F-4D97-AF65-F5344CB8AC3E}">
        <p14:creationId xmlns:p14="http://schemas.microsoft.com/office/powerpoint/2010/main" val="20131882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1322</TotalTime>
  <Words>500</Words>
  <Application>Microsoft Office PowerPoint</Application>
  <PresentationFormat>Widescreen</PresentationFormat>
  <Paragraphs>61</Paragraphs>
  <Slides>27</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Aptos Display</vt:lpstr>
      <vt:lpstr>Arial</vt:lpstr>
      <vt:lpstr>Bookman Old Style</vt:lpstr>
      <vt:lpstr>Cascadia Mono</vt:lpstr>
      <vt:lpstr>Office Theme</vt:lpstr>
      <vt:lpstr>PowerPoint Presentation</vt:lpstr>
      <vt:lpstr>PowerPoint Presentation</vt:lpstr>
      <vt:lpstr>PowerPoint Presentation</vt:lpstr>
      <vt:lpstr>INTRODUCTION</vt:lpstr>
      <vt:lpstr>Tools &amp; Technologies</vt:lpstr>
      <vt:lpstr>PowerPoint Presentation</vt:lpstr>
      <vt:lpstr>FUNCTIONAL REQUIREMENTS</vt:lpstr>
      <vt:lpstr>FUNCTIONAL REQUIREMENTS</vt:lpstr>
      <vt:lpstr>FUNCTIONAL REQUIREMENTS</vt:lpstr>
      <vt:lpstr>PowerPoint Presentation</vt:lpstr>
      <vt:lpstr>USE CASE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MAHBOOB ALAM</dc:creator>
  <cp:lastModifiedBy>MAHBOOB ALAM</cp:lastModifiedBy>
  <cp:revision>13</cp:revision>
  <dcterms:created xsi:type="dcterms:W3CDTF">2025-05-07T09:32:12Z</dcterms:created>
  <dcterms:modified xsi:type="dcterms:W3CDTF">2025-07-02T02:05:23Z</dcterms:modified>
</cp:coreProperties>
</file>